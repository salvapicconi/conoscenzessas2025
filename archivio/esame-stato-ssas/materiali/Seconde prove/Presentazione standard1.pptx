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43"/>
    <p:restoredTop sz="94609"/>
  </p:normalViewPr>
  <p:slideViewPr>
    <p:cSldViewPr snapToGrid="0">
      <p:cViewPr varScale="1">
        <p:scale>
          <a:sx n="104" d="100"/>
          <a:sy n="104" d="100"/>
        </p:scale>
        <p:origin x="232" y="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0B06EE8-6D37-44E2-C6C3-2120F6F667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4D37E75A-6A25-85A5-3079-8B0A378442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642F47A-DF78-5F20-4D30-72E1F54B9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AD5E7-C3B1-BF4B-BF38-8CFF17B6C858}" type="datetimeFigureOut">
              <a:rPr lang="it-IT" smtClean="0"/>
              <a:t>16/05/23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177F44A-2CF6-CF41-C72E-3A7A19D2E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09C200F-35F9-23DF-AA5C-7394D0EE5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C3534-F143-DF4F-947D-F9D905D08E6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15519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3F623E1-41B6-C284-40B6-E09199F2E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E6FCCFF-1A73-D08F-E3B7-6DCFBD415B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9C16B7F-6317-7A2E-40A0-A88073E9E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AD5E7-C3B1-BF4B-BF38-8CFF17B6C858}" type="datetimeFigureOut">
              <a:rPr lang="it-IT" smtClean="0"/>
              <a:t>16/05/23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5713CD9-8B73-4C75-3D23-B912CFE30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4157A44-19AE-115D-7589-7B5FB603E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C3534-F143-DF4F-947D-F9D905D08E6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642670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4BEC2AD-62A2-67E5-ADCA-BAA44D269E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6434D2F8-E154-1B12-A2E0-83141BE3A3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7425A11-020C-D93F-F023-B9C29D802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AD5E7-C3B1-BF4B-BF38-8CFF17B6C858}" type="datetimeFigureOut">
              <a:rPr lang="it-IT" smtClean="0"/>
              <a:t>16/05/23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9F3961F-A452-250D-268F-D4595A7EB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D5C8EA4-E142-A19A-087C-5B3BEE684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C3534-F143-DF4F-947D-F9D905D08E6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653182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6697892-5D61-6108-875E-4512B90EF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92B46D1-AC2D-7D70-C37B-360F9F9AC0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DDB89B9C-A4F9-4B1D-7E63-1322A869CD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9D580F4-C72E-A3C5-D044-F84E4B599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AD5E7-C3B1-BF4B-BF38-8CFF17B6C858}" type="datetimeFigureOut">
              <a:rPr lang="it-IT" smtClean="0"/>
              <a:t>16/05/23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5EE4CC3-D98A-A5F0-446B-EBF825929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168C9196-E958-8DA9-2808-2854B7522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C3534-F143-DF4F-947D-F9D905D08E6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847856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1984B6A-BA9A-3E54-13C5-075A89CDE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3EDD852-E9BD-A4BC-028E-228F4D4D42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3920C3F4-AF34-0D38-B07A-C760DE0C27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8B5BE8CE-7E9F-0A51-AD36-B67F726215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ABE618F1-5A14-33C6-EEFF-A4FD91FDE8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E00793C6-624E-7250-6A06-32F073EFF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AD5E7-C3B1-BF4B-BF38-8CFF17B6C858}" type="datetimeFigureOut">
              <a:rPr lang="it-IT" smtClean="0"/>
              <a:t>16/05/23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95077F25-A859-7FCB-DBEA-CD6AB9FC3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D22A5B22-D2EC-C4DB-2F2C-D76A6C85F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C3534-F143-DF4F-947D-F9D905D08E6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287854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BC4D677-7287-F73D-C2DF-D2188AC87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E965006C-54E4-B517-53E6-60455DD03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AD5E7-C3B1-BF4B-BF38-8CFF17B6C858}" type="datetimeFigureOut">
              <a:rPr lang="it-IT" smtClean="0"/>
              <a:t>16/05/23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3E5A0C2-B1E2-AB96-FBC0-915B3676B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AE0E1F62-D9B0-79B9-F6C4-924EEF03C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C3534-F143-DF4F-947D-F9D905D08E6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027674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812B93E5-6026-EF70-AE43-2CA806CB4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AD5E7-C3B1-BF4B-BF38-8CFF17B6C858}" type="datetimeFigureOut">
              <a:rPr lang="it-IT" smtClean="0"/>
              <a:t>16/05/23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0F80B22F-FA77-716F-EA99-7185586A8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1D31D16-7E22-920B-55D4-9C368A193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C3534-F143-DF4F-947D-F9D905D08E6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15246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D8A8DA6-FF1F-C418-99BC-B1AF8A96D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2C75D98-4481-C9CD-EF1E-8EC862F218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CDFC75EA-F2C9-5F18-63A0-4BFB74E5C7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3D5BD86-1A5C-B425-3E5F-336F36022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AD5E7-C3B1-BF4B-BF38-8CFF17B6C858}" type="datetimeFigureOut">
              <a:rPr lang="it-IT" smtClean="0"/>
              <a:t>16/05/23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80B9302C-36F9-E92F-9B59-ACBFAD3D4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AE038A7E-ACDB-D843-EDE0-227751344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C3534-F143-DF4F-947D-F9D905D08E6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93988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FAD6E8A-E11E-2169-8DCE-C57B393C5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A581F262-2989-BC2C-1B2D-A1CAB4E679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A3C5065-F5EA-35C0-7DE0-1C9469214E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9088452-4171-E955-B7A7-A87D75063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AD5E7-C3B1-BF4B-BF38-8CFF17B6C858}" type="datetimeFigureOut">
              <a:rPr lang="it-IT" smtClean="0"/>
              <a:t>16/05/23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7EB5A7E-D7D8-4C3B-A51A-4B3EF6311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74C72E11-4486-7FDF-8043-0A0CC62C4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C3534-F143-DF4F-947D-F9D905D08E6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597243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907B578-ED6D-A4C8-AE0E-C5F5EB78D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1C90CCA2-7172-CA9A-DDEA-05D5BEC509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B957E9F-A7E3-38C9-B80C-757CF2642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AD5E7-C3B1-BF4B-BF38-8CFF17B6C858}" type="datetimeFigureOut">
              <a:rPr lang="it-IT" smtClean="0"/>
              <a:t>16/05/23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3F73A50-8257-9A03-531C-ADE09578A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3AAEAAF-C898-F6A3-261D-693A1279A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C3534-F143-DF4F-947D-F9D905D08E6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307947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F783959F-9B6C-4458-DE2D-E6FA9823DB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E4F41CBA-F77D-9221-FB5E-A3590DAAD2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7E57478-945B-9CE7-BD4E-549F359FC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AD5E7-C3B1-BF4B-BF38-8CFF17B6C858}" type="datetimeFigureOut">
              <a:rPr lang="it-IT" smtClean="0"/>
              <a:t>16/05/23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0ADB877-83F9-8F67-74B4-576C82F4E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FC649B0-2D14-F9AA-3D40-ADEB80485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C3534-F143-DF4F-947D-F9D905D08E6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24523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76401DAF-C328-302F-DB39-CFB9607DF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B4595DC5-CC45-6893-F995-39F6D1F3CB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A945C1B-BC28-FF5B-3B87-A6CD20A841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EAD5E7-C3B1-BF4B-BF38-8CFF17B6C858}" type="datetimeFigureOut">
              <a:rPr lang="it-IT" smtClean="0"/>
              <a:t>16/05/23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F3D915C-8E98-F49D-4D9F-0F00B8E240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3664CE3-D805-B987-594E-076832D5C5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9C3534-F143-DF4F-947D-F9D905D08E6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05012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A746239-71E9-6D7D-BC8A-AEEF17A1B09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/>
              <a:t>Le fasi di realizzazione del servizio 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7CF50B73-1EAF-FBAD-A0A2-34025E6EF2B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9813646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4D6D1F2-B1ED-61BF-0795-A3DFBDEE0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Fase 1: Definizione delle modalità di accesso</a:t>
            </a:r>
            <a:br>
              <a:rPr lang="it-IT" dirty="0"/>
            </a:b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F6D1072-458B-AAC9-4F35-D2DF6F3601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1.1. Creazione di un portale online e di un numero telefonico dedicato per permettere agli anziani o ai loro caregiver di richiedere il servizio.</a:t>
            </a:r>
          </a:p>
          <a:p>
            <a:r>
              <a:rPr lang="it-IT" dirty="0"/>
              <a:t>1.2. Fornitura di informazioni dettagliate sul servizio, incluse le modalità di accesso, attraverso brochure, il sito web dell'organizzazione e altre forme di comunicazione.</a:t>
            </a:r>
          </a:p>
          <a:p>
            <a:r>
              <a:rPr lang="it-IT" dirty="0"/>
              <a:t>1.3. Collaborazione con medici di base, ospedali, servizi sociali e altre organizzazioni per fare riferimento agli anziani che potrebbero beneficiare del servizio.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0228562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283C350-7063-FCC8-88DB-0DD77F852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Fase 2: Definizione dei criteri di accesso</a:t>
            </a:r>
            <a:br>
              <a:rPr lang="it-IT" dirty="0"/>
            </a:b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3528900-938B-358F-6906-6523B09943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2.1. Stabilire i criteri di ammissibilità, come l'età, il livello di salute e indipendenza, e la necessità di assistenza.</a:t>
            </a:r>
          </a:p>
          <a:p>
            <a:r>
              <a:rPr lang="it-IT" dirty="0"/>
              <a:t>2.2. Creazione di un modulo di domanda che raccoglie tutte le informazioni necessarie per valutare l'adeguatezza del candidato al servizio.</a:t>
            </a:r>
          </a:p>
          <a:p>
            <a:r>
              <a:rPr lang="it-IT" dirty="0"/>
              <a:t>2.3. Implementazione di un processo di revisione delle domande per assicurare che solo coloro che soddisfano i criteri di ammissibilità ricevano il servizio.</a:t>
            </a:r>
          </a:p>
          <a:p>
            <a:pPr marL="0" indent="0"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1548458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446B771-F1CF-AA9E-EB3E-11C888067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Fase 3: Accoglienza della domanda dell'utente</a:t>
            </a:r>
            <a:br>
              <a:rPr lang="it-IT" dirty="0"/>
            </a:b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A332EAF-8689-BBEF-2DBB-7DF022C303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3.1. Ricezione e registrazione delle domande attraverso il portale online o il numero telefonico.</a:t>
            </a:r>
          </a:p>
          <a:p>
            <a:r>
              <a:rPr lang="it-IT" dirty="0"/>
              <a:t>3.2. Invio di una conferma di ricezione della domanda all'anziano o al caregiver, con dettagli sul processo di revisione e sui tempi previsti.</a:t>
            </a:r>
          </a:p>
          <a:p>
            <a:r>
              <a:rPr lang="it-IT" dirty="0"/>
              <a:t>3.3. Inizio del processo di revisione della domanda, che potrebbe includere ulteriori indagini o colloqui.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9392922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8CEE1C4-0932-33EE-1910-A6114DDBA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Fase 4: Fornitura del servizio</a:t>
            </a:r>
            <a:br>
              <a:rPr lang="it-IT" dirty="0"/>
            </a:b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FD9B2DB-DF6F-10E1-D10D-3484823B4C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4.1. Creazione di un piano di assistenza individualizzato per ogni anziano accettato nel servizio, in base alle sue esigenze specifiche.</a:t>
            </a:r>
          </a:p>
          <a:p>
            <a:r>
              <a:rPr lang="it-IT" dirty="0"/>
              <a:t>4.2. Assegnazione di un gruppo di assistenza, che può includere assistenti domiciliari, infermieri, lavoratori sociali e altri professionisti.</a:t>
            </a:r>
          </a:p>
          <a:p>
            <a:r>
              <a:rPr lang="it-IT" dirty="0"/>
              <a:t>4.3. Inizio delle visite domiciliari e delle altre attività previste dal piano di assistenza.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5725951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E7FB1A2-1394-2CB7-19EC-552C3FC64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Fase 5: Monitoraggio e valutazione</a:t>
            </a:r>
            <a:br>
              <a:rPr lang="it-IT" dirty="0"/>
            </a:b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9E9C39C-4905-C7E5-E30F-11659174D9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5.1. Implementazione di un sistema di feedback per raccogliere le opinioni degli anziani e dei caregiver sul servizio.</a:t>
            </a:r>
          </a:p>
          <a:p>
            <a:r>
              <a:rPr lang="it-IT" dirty="0"/>
              <a:t>5.2. Monitoraggio della salute e del benessere degli anziani per assicurarsi che il servizio stia raggiungendo i suoi obiettivi.</a:t>
            </a:r>
          </a:p>
          <a:p>
            <a:r>
              <a:rPr lang="it-IT" dirty="0"/>
              <a:t>5.3. Adattamento del piano di assistenza e del servizio in base ai feedback e alle esigenze mutevoli dell'anziano.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96000379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380</Words>
  <Application>Microsoft Macintosh PowerPoint</Application>
  <PresentationFormat>Widescreen</PresentationFormat>
  <Paragraphs>21</Paragraphs>
  <Slides>6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Tema di Office</vt:lpstr>
      <vt:lpstr>Le fasi di realizzazione del servizio </vt:lpstr>
      <vt:lpstr>Fase 1: Definizione delle modalità di accesso </vt:lpstr>
      <vt:lpstr>Fase 2: Definizione dei criteri di accesso </vt:lpstr>
      <vt:lpstr>Fase 3: Accoglienza della domanda dell'utente </vt:lpstr>
      <vt:lpstr>Fase 4: Fornitura del servizio </vt:lpstr>
      <vt:lpstr>Fase 5: Monitoraggio e valutazione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 fasi di realizzazione del servizio </dc:title>
  <dc:creator>Salvatore Picconi</dc:creator>
  <cp:lastModifiedBy>Salvatore Picconi</cp:lastModifiedBy>
  <cp:revision>1</cp:revision>
  <dcterms:created xsi:type="dcterms:W3CDTF">2023-05-16T13:42:14Z</dcterms:created>
  <dcterms:modified xsi:type="dcterms:W3CDTF">2023-05-16T13:47:45Z</dcterms:modified>
</cp:coreProperties>
</file>