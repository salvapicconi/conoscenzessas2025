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72" r:id="rId8"/>
    <p:sldId id="262" r:id="rId9"/>
    <p:sldId id="265" r:id="rId10"/>
    <p:sldId id="266" r:id="rId11"/>
    <p:sldId id="268" r:id="rId12"/>
    <p:sldId id="263" r:id="rId13"/>
    <p:sldId id="264" r:id="rId14"/>
    <p:sldId id="267" r:id="rId15"/>
    <p:sldId id="269" r:id="rId16"/>
    <p:sldId id="270" r:id="rId17"/>
    <p:sldId id="271" r:id="rId18"/>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4AE202-47BF-9E45-9A98-AFFC6783C544}" v="11" dt="2023-04-18T08:13:59.0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43"/>
  </p:normalViewPr>
  <p:slideViewPr>
    <p:cSldViewPr snapToGrid="0">
      <p:cViewPr varScale="1">
        <p:scale>
          <a:sx n="110" d="100"/>
          <a:sy n="110" d="100"/>
        </p:scale>
        <p:origin x="117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lvatore Picconi" userId="0ba276b5a2e11c33" providerId="LiveId" clId="{272EAA56-243E-418B-8E99-A69A65DFCB83}"/>
    <pc:docChg chg="undo custSel modSld">
      <pc:chgData name="Salvatore Picconi" userId="0ba276b5a2e11c33" providerId="LiveId" clId="{272EAA56-243E-418B-8E99-A69A65DFCB83}" dt="2023-04-17T16:42:47.887" v="1942" actId="255"/>
      <pc:docMkLst>
        <pc:docMk/>
      </pc:docMkLst>
      <pc:sldChg chg="modSp mod">
        <pc:chgData name="Salvatore Picconi" userId="0ba276b5a2e11c33" providerId="LiveId" clId="{272EAA56-243E-418B-8E99-A69A65DFCB83}" dt="2023-04-17T15:28:03.364" v="59" actId="123"/>
        <pc:sldMkLst>
          <pc:docMk/>
          <pc:sldMk cId="3929458201" sldId="257"/>
        </pc:sldMkLst>
        <pc:spChg chg="mod">
          <ac:chgData name="Salvatore Picconi" userId="0ba276b5a2e11c33" providerId="LiveId" clId="{272EAA56-243E-418B-8E99-A69A65DFCB83}" dt="2023-04-17T15:26:30.598" v="11" actId="20577"/>
          <ac:spMkLst>
            <pc:docMk/>
            <pc:sldMk cId="3929458201" sldId="257"/>
            <ac:spMk id="2" creationId="{066E6CEE-B41B-01C3-0695-957DF680D98E}"/>
          </ac:spMkLst>
        </pc:spChg>
        <pc:spChg chg="mod">
          <ac:chgData name="Salvatore Picconi" userId="0ba276b5a2e11c33" providerId="LiveId" clId="{272EAA56-243E-418B-8E99-A69A65DFCB83}" dt="2023-04-17T15:28:03.364" v="59" actId="123"/>
          <ac:spMkLst>
            <pc:docMk/>
            <pc:sldMk cId="3929458201" sldId="257"/>
            <ac:spMk id="3" creationId="{5EBC1B1C-B761-CDD3-25C0-4DD99C91479B}"/>
          </ac:spMkLst>
        </pc:spChg>
      </pc:sldChg>
      <pc:sldChg chg="modSp mod">
        <pc:chgData name="Salvatore Picconi" userId="0ba276b5a2e11c33" providerId="LiveId" clId="{272EAA56-243E-418B-8E99-A69A65DFCB83}" dt="2023-04-17T15:32:13.876" v="339" actId="20577"/>
        <pc:sldMkLst>
          <pc:docMk/>
          <pc:sldMk cId="2904999706" sldId="258"/>
        </pc:sldMkLst>
        <pc:spChg chg="mod">
          <ac:chgData name="Salvatore Picconi" userId="0ba276b5a2e11c33" providerId="LiveId" clId="{272EAA56-243E-418B-8E99-A69A65DFCB83}" dt="2023-04-17T15:32:13.876" v="339" actId="20577"/>
          <ac:spMkLst>
            <pc:docMk/>
            <pc:sldMk cId="2904999706" sldId="258"/>
            <ac:spMk id="2" creationId="{E031F98E-4014-6FC6-BC50-EF6A31167DCC}"/>
          </ac:spMkLst>
        </pc:spChg>
        <pc:spChg chg="mod">
          <ac:chgData name="Salvatore Picconi" userId="0ba276b5a2e11c33" providerId="LiveId" clId="{272EAA56-243E-418B-8E99-A69A65DFCB83}" dt="2023-04-17T15:32:03.027" v="338" actId="20577"/>
          <ac:spMkLst>
            <pc:docMk/>
            <pc:sldMk cId="2904999706" sldId="258"/>
            <ac:spMk id="3" creationId="{6B2FB8A8-DFC9-7895-2180-8540C9103A2D}"/>
          </ac:spMkLst>
        </pc:spChg>
      </pc:sldChg>
      <pc:sldChg chg="modSp mod">
        <pc:chgData name="Salvatore Picconi" userId="0ba276b5a2e11c33" providerId="LiveId" clId="{272EAA56-243E-418B-8E99-A69A65DFCB83}" dt="2023-04-17T15:34:59.483" v="553" actId="20577"/>
        <pc:sldMkLst>
          <pc:docMk/>
          <pc:sldMk cId="3484771904" sldId="259"/>
        </pc:sldMkLst>
        <pc:spChg chg="mod">
          <ac:chgData name="Salvatore Picconi" userId="0ba276b5a2e11c33" providerId="LiveId" clId="{272EAA56-243E-418B-8E99-A69A65DFCB83}" dt="2023-04-17T15:32:20.673" v="340" actId="20577"/>
          <ac:spMkLst>
            <pc:docMk/>
            <pc:sldMk cId="3484771904" sldId="259"/>
            <ac:spMk id="2" creationId="{D69BFD1F-9219-25E0-D257-4E84B9912CE0}"/>
          </ac:spMkLst>
        </pc:spChg>
        <pc:spChg chg="mod">
          <ac:chgData name="Salvatore Picconi" userId="0ba276b5a2e11c33" providerId="LiveId" clId="{272EAA56-243E-418B-8E99-A69A65DFCB83}" dt="2023-04-17T15:34:59.483" v="553" actId="20577"/>
          <ac:spMkLst>
            <pc:docMk/>
            <pc:sldMk cId="3484771904" sldId="259"/>
            <ac:spMk id="3" creationId="{92B5015E-B57C-BE7E-3CBA-61247EF8CBDB}"/>
          </ac:spMkLst>
        </pc:spChg>
      </pc:sldChg>
      <pc:sldChg chg="modSp mod">
        <pc:chgData name="Salvatore Picconi" userId="0ba276b5a2e11c33" providerId="LiveId" clId="{272EAA56-243E-418B-8E99-A69A65DFCB83}" dt="2023-04-17T15:34:02.571" v="512"/>
        <pc:sldMkLst>
          <pc:docMk/>
          <pc:sldMk cId="1063465921" sldId="260"/>
        </pc:sldMkLst>
        <pc:spChg chg="mod">
          <ac:chgData name="Salvatore Picconi" userId="0ba276b5a2e11c33" providerId="LiveId" clId="{272EAA56-243E-418B-8E99-A69A65DFCB83}" dt="2023-04-17T15:33:58.005" v="511" actId="20577"/>
          <ac:spMkLst>
            <pc:docMk/>
            <pc:sldMk cId="1063465921" sldId="260"/>
            <ac:spMk id="2" creationId="{3E7BAE25-8444-E045-372F-A8637E264C7A}"/>
          </ac:spMkLst>
        </pc:spChg>
        <pc:graphicFrameChg chg="mod">
          <ac:chgData name="Salvatore Picconi" userId="0ba276b5a2e11c33" providerId="LiveId" clId="{272EAA56-243E-418B-8E99-A69A65DFCB83}" dt="2023-04-17T15:34:02.571" v="512"/>
          <ac:graphicFrameMkLst>
            <pc:docMk/>
            <pc:sldMk cId="1063465921" sldId="260"/>
            <ac:graphicFrameMk id="5" creationId="{BD49BC89-F073-4C03-529D-FCDDBCF48900}"/>
          </ac:graphicFrameMkLst>
        </pc:graphicFrameChg>
      </pc:sldChg>
      <pc:sldChg chg="modSp mod">
        <pc:chgData name="Salvatore Picconi" userId="0ba276b5a2e11c33" providerId="LiveId" clId="{272EAA56-243E-418B-8E99-A69A65DFCB83}" dt="2023-04-17T16:26:11.193" v="892" actId="113"/>
        <pc:sldMkLst>
          <pc:docMk/>
          <pc:sldMk cId="1305652728" sldId="261"/>
        </pc:sldMkLst>
        <pc:spChg chg="mod">
          <ac:chgData name="Salvatore Picconi" userId="0ba276b5a2e11c33" providerId="LiveId" clId="{272EAA56-243E-418B-8E99-A69A65DFCB83}" dt="2023-04-17T16:26:11.193" v="892" actId="113"/>
          <ac:spMkLst>
            <pc:docMk/>
            <pc:sldMk cId="1305652728" sldId="261"/>
            <ac:spMk id="2" creationId="{C1CB0043-0A7E-F6BB-E692-155CB079B27C}"/>
          </ac:spMkLst>
        </pc:spChg>
        <pc:picChg chg="mod">
          <ac:chgData name="Salvatore Picconi" userId="0ba276b5a2e11c33" providerId="LiveId" clId="{272EAA56-243E-418B-8E99-A69A65DFCB83}" dt="2023-04-17T15:36:00.806" v="618" actId="1076"/>
          <ac:picMkLst>
            <pc:docMk/>
            <pc:sldMk cId="1305652728" sldId="261"/>
            <ac:picMk id="25" creationId="{39261332-498B-E2A5-4575-91B447C0757D}"/>
          </ac:picMkLst>
        </pc:picChg>
      </pc:sldChg>
      <pc:sldChg chg="addSp delSp modSp mod">
        <pc:chgData name="Salvatore Picconi" userId="0ba276b5a2e11c33" providerId="LiveId" clId="{272EAA56-243E-418B-8E99-A69A65DFCB83}" dt="2023-04-17T15:47:48.390" v="768" actId="313"/>
        <pc:sldMkLst>
          <pc:docMk/>
          <pc:sldMk cId="4101121199" sldId="262"/>
        </pc:sldMkLst>
        <pc:spChg chg="mod">
          <ac:chgData name="Salvatore Picconi" userId="0ba276b5a2e11c33" providerId="LiveId" clId="{272EAA56-243E-418B-8E99-A69A65DFCB83}" dt="2023-04-17T15:47:48.390" v="768" actId="313"/>
          <ac:spMkLst>
            <pc:docMk/>
            <pc:sldMk cId="4101121199" sldId="262"/>
            <ac:spMk id="2" creationId="{6FAB14F8-5821-FF0B-79D3-5A63113029C4}"/>
          </ac:spMkLst>
        </pc:spChg>
        <pc:spChg chg="mod">
          <ac:chgData name="Salvatore Picconi" userId="0ba276b5a2e11c33" providerId="LiveId" clId="{272EAA56-243E-418B-8E99-A69A65DFCB83}" dt="2023-04-17T15:38:13.298" v="641" actId="26606"/>
          <ac:spMkLst>
            <pc:docMk/>
            <pc:sldMk cId="4101121199" sldId="262"/>
            <ac:spMk id="24" creationId="{34CA998C-A138-8FB1-804F-EA1121E62E19}"/>
          </ac:spMkLst>
        </pc:spChg>
        <pc:spChg chg="add del">
          <ac:chgData name="Salvatore Picconi" userId="0ba276b5a2e11c33" providerId="LiveId" clId="{272EAA56-243E-418B-8E99-A69A65DFCB83}" dt="2023-04-17T15:38:13.298" v="641" actId="26606"/>
          <ac:spMkLst>
            <pc:docMk/>
            <pc:sldMk cId="4101121199" sldId="262"/>
            <ac:spMk id="29" creationId="{058A14AF-9FB5-4CC7-BA35-E8E85D3EDF0E}"/>
          </ac:spMkLst>
        </pc:spChg>
        <pc:spChg chg="add del">
          <ac:chgData name="Salvatore Picconi" userId="0ba276b5a2e11c33" providerId="LiveId" clId="{272EAA56-243E-418B-8E99-A69A65DFCB83}" dt="2023-04-17T15:38:13.298" v="641" actId="26606"/>
          <ac:spMkLst>
            <pc:docMk/>
            <pc:sldMk cId="4101121199" sldId="262"/>
            <ac:spMk id="31" creationId="{3A9A4357-BD1D-4622-A4FE-766E6AB8DE84}"/>
          </ac:spMkLst>
        </pc:spChg>
        <pc:spChg chg="add del">
          <ac:chgData name="Salvatore Picconi" userId="0ba276b5a2e11c33" providerId="LiveId" clId="{272EAA56-243E-418B-8E99-A69A65DFCB83}" dt="2023-04-17T15:38:13.298" v="641" actId="26606"/>
          <ac:spMkLst>
            <pc:docMk/>
            <pc:sldMk cId="4101121199" sldId="262"/>
            <ac:spMk id="33" creationId="{E659831F-0D9A-4C63-9EBB-8435B85A440F}"/>
          </ac:spMkLst>
        </pc:spChg>
        <pc:spChg chg="add del">
          <ac:chgData name="Salvatore Picconi" userId="0ba276b5a2e11c33" providerId="LiveId" clId="{272EAA56-243E-418B-8E99-A69A65DFCB83}" dt="2023-04-17T15:38:13.298" v="641" actId="26606"/>
          <ac:spMkLst>
            <pc:docMk/>
            <pc:sldMk cId="4101121199" sldId="262"/>
            <ac:spMk id="35" creationId="{E6995CE5-F890-4ABA-82A2-26507CE8D2A3}"/>
          </ac:spMkLst>
        </pc:spChg>
        <pc:spChg chg="add del">
          <ac:chgData name="Salvatore Picconi" userId="0ba276b5a2e11c33" providerId="LiveId" clId="{272EAA56-243E-418B-8E99-A69A65DFCB83}" dt="2023-04-17T15:38:13.298" v="641" actId="26606"/>
          <ac:spMkLst>
            <pc:docMk/>
            <pc:sldMk cId="4101121199" sldId="262"/>
            <ac:spMk id="37" creationId="{77C59BEC-C4CC-4741-B975-08C543178D3D}"/>
          </ac:spMkLst>
        </pc:spChg>
        <pc:spChg chg="add del">
          <ac:chgData name="Salvatore Picconi" userId="0ba276b5a2e11c33" providerId="LiveId" clId="{272EAA56-243E-418B-8E99-A69A65DFCB83}" dt="2023-04-17T15:38:13.298" v="641" actId="26606"/>
          <ac:spMkLst>
            <pc:docMk/>
            <pc:sldMk cId="4101121199" sldId="262"/>
            <ac:spMk id="38" creationId="{72DEF309-605D-4117-9340-6D589B6C3A34}"/>
          </ac:spMkLst>
        </pc:spChg>
        <pc:spChg chg="add del">
          <ac:chgData name="Salvatore Picconi" userId="0ba276b5a2e11c33" providerId="LiveId" clId="{272EAA56-243E-418B-8E99-A69A65DFCB83}" dt="2023-04-17T15:38:13.298" v="641" actId="26606"/>
          <ac:spMkLst>
            <pc:docMk/>
            <pc:sldMk cId="4101121199" sldId="262"/>
            <ac:spMk id="39" creationId="{A7B99495-F43F-4D80-A44F-2CB4764EB90B}"/>
          </ac:spMkLst>
        </pc:spChg>
        <pc:spChg chg="add del">
          <ac:chgData name="Salvatore Picconi" userId="0ba276b5a2e11c33" providerId="LiveId" clId="{272EAA56-243E-418B-8E99-A69A65DFCB83}" dt="2023-04-17T15:36:46.885" v="620" actId="26606"/>
          <ac:spMkLst>
            <pc:docMk/>
            <pc:sldMk cId="4101121199" sldId="262"/>
            <ac:spMk id="40" creationId="{B6FACB3C-9069-4791-BC5C-0DB7CD19B853}"/>
          </ac:spMkLst>
        </pc:spChg>
        <pc:spChg chg="add del">
          <ac:chgData name="Salvatore Picconi" userId="0ba276b5a2e11c33" providerId="LiveId" clId="{272EAA56-243E-418B-8E99-A69A65DFCB83}" dt="2023-04-17T15:36:46.885" v="620" actId="26606"/>
          <ac:spMkLst>
            <pc:docMk/>
            <pc:sldMk cId="4101121199" sldId="262"/>
            <ac:spMk id="42" creationId="{71F2038E-D777-4B76-81DD-DD13EE91B9DD}"/>
          </ac:spMkLst>
        </pc:spChg>
        <pc:grpChg chg="add del">
          <ac:chgData name="Salvatore Picconi" userId="0ba276b5a2e11c33" providerId="LiveId" clId="{272EAA56-243E-418B-8E99-A69A65DFCB83}" dt="2023-04-17T15:36:46.885" v="620" actId="26606"/>
          <ac:grpSpMkLst>
            <pc:docMk/>
            <pc:sldMk cId="4101121199" sldId="262"/>
            <ac:grpSpMk id="44" creationId="{DD354807-230F-4402-B1B9-F733A8F1F190}"/>
          </ac:grpSpMkLst>
        </pc:grpChg>
        <pc:picChg chg="mod">
          <ac:chgData name="Salvatore Picconi" userId="0ba276b5a2e11c33" providerId="LiveId" clId="{272EAA56-243E-418B-8E99-A69A65DFCB83}" dt="2023-04-17T15:38:13.298" v="641" actId="26606"/>
          <ac:picMkLst>
            <pc:docMk/>
            <pc:sldMk cId="4101121199" sldId="262"/>
            <ac:picMk id="7" creationId="{E11E8D09-AB8E-8F0C-36C9-0F6FD6EE9EC0}"/>
          </ac:picMkLst>
        </pc:picChg>
      </pc:sldChg>
      <pc:sldChg chg="modSp mod">
        <pc:chgData name="Salvatore Picconi" userId="0ba276b5a2e11c33" providerId="LiveId" clId="{272EAA56-243E-418B-8E99-A69A65DFCB83}" dt="2023-04-17T16:34:03.336" v="1607" actId="20577"/>
        <pc:sldMkLst>
          <pc:docMk/>
          <pc:sldMk cId="1246556445" sldId="263"/>
        </pc:sldMkLst>
        <pc:spChg chg="mod">
          <ac:chgData name="Salvatore Picconi" userId="0ba276b5a2e11c33" providerId="LiveId" clId="{272EAA56-243E-418B-8E99-A69A65DFCB83}" dt="2023-04-17T16:34:03.336" v="1607" actId="20577"/>
          <ac:spMkLst>
            <pc:docMk/>
            <pc:sldMk cId="1246556445" sldId="263"/>
            <ac:spMk id="2" creationId="{1D0C9D25-5BBE-9C74-6321-E0593F3FD049}"/>
          </ac:spMkLst>
        </pc:spChg>
        <pc:spChg chg="mod">
          <ac:chgData name="Salvatore Picconi" userId="0ba276b5a2e11c33" providerId="LiveId" clId="{272EAA56-243E-418B-8E99-A69A65DFCB83}" dt="2023-04-17T16:33:50.952" v="1602" actId="20577"/>
          <ac:spMkLst>
            <pc:docMk/>
            <pc:sldMk cId="1246556445" sldId="263"/>
            <ac:spMk id="3" creationId="{F8A6DD9D-33EB-B1B2-B0B7-BE62734A2F9E}"/>
          </ac:spMkLst>
        </pc:spChg>
        <pc:picChg chg="mod">
          <ac:chgData name="Salvatore Picconi" userId="0ba276b5a2e11c33" providerId="LiveId" clId="{272EAA56-243E-418B-8E99-A69A65DFCB83}" dt="2023-04-17T16:32:49.799" v="1406" actId="1076"/>
          <ac:picMkLst>
            <pc:docMk/>
            <pc:sldMk cId="1246556445" sldId="263"/>
            <ac:picMk id="5" creationId="{52879B1C-A24C-D72E-0EE4-51FDFE41F270}"/>
          </ac:picMkLst>
        </pc:picChg>
      </pc:sldChg>
      <pc:sldChg chg="modSp mod">
        <pc:chgData name="Salvatore Picconi" userId="0ba276b5a2e11c33" providerId="LiveId" clId="{272EAA56-243E-418B-8E99-A69A65DFCB83}" dt="2023-04-17T16:37:27.007" v="1874" actId="313"/>
        <pc:sldMkLst>
          <pc:docMk/>
          <pc:sldMk cId="2323291231" sldId="264"/>
        </pc:sldMkLst>
        <pc:spChg chg="mod">
          <ac:chgData name="Salvatore Picconi" userId="0ba276b5a2e11c33" providerId="LiveId" clId="{272EAA56-243E-418B-8E99-A69A65DFCB83}" dt="2023-04-17T16:37:27.007" v="1874" actId="313"/>
          <ac:spMkLst>
            <pc:docMk/>
            <pc:sldMk cId="2323291231" sldId="264"/>
            <ac:spMk id="3" creationId="{13E28EEB-147A-2973-5557-CB4C6E6D48C5}"/>
          </ac:spMkLst>
        </pc:spChg>
      </pc:sldChg>
      <pc:sldChg chg="modSp mod">
        <pc:chgData name="Salvatore Picconi" userId="0ba276b5a2e11c33" providerId="LiveId" clId="{272EAA56-243E-418B-8E99-A69A65DFCB83}" dt="2023-04-17T16:27:19.284" v="895" actId="20577"/>
        <pc:sldMkLst>
          <pc:docMk/>
          <pc:sldMk cId="4266760600" sldId="265"/>
        </pc:sldMkLst>
        <pc:spChg chg="mod">
          <ac:chgData name="Salvatore Picconi" userId="0ba276b5a2e11c33" providerId="LiveId" clId="{272EAA56-243E-418B-8E99-A69A65DFCB83}" dt="2023-04-17T15:50:02.983" v="890" actId="114"/>
          <ac:spMkLst>
            <pc:docMk/>
            <pc:sldMk cId="4266760600" sldId="265"/>
            <ac:spMk id="2" creationId="{1DD170FD-9965-49F3-6DE2-9BB8E6159242}"/>
          </ac:spMkLst>
        </pc:spChg>
        <pc:spChg chg="mod">
          <ac:chgData name="Salvatore Picconi" userId="0ba276b5a2e11c33" providerId="LiveId" clId="{272EAA56-243E-418B-8E99-A69A65DFCB83}" dt="2023-04-17T16:27:19.284" v="895" actId="20577"/>
          <ac:spMkLst>
            <pc:docMk/>
            <pc:sldMk cId="4266760600" sldId="265"/>
            <ac:spMk id="3" creationId="{33EC3013-890A-AFDD-9070-2E02AFD1219D}"/>
          </ac:spMkLst>
        </pc:spChg>
      </pc:sldChg>
      <pc:sldChg chg="addSp delSp modSp mod">
        <pc:chgData name="Salvatore Picconi" userId="0ba276b5a2e11c33" providerId="LiveId" clId="{272EAA56-243E-418B-8E99-A69A65DFCB83}" dt="2023-04-17T15:41:08.967" v="694" actId="114"/>
        <pc:sldMkLst>
          <pc:docMk/>
          <pc:sldMk cId="337261572" sldId="266"/>
        </pc:sldMkLst>
        <pc:spChg chg="mod">
          <ac:chgData name="Salvatore Picconi" userId="0ba276b5a2e11c33" providerId="LiveId" clId="{272EAA56-243E-418B-8E99-A69A65DFCB83}" dt="2023-04-17T15:41:08.967" v="694" actId="114"/>
          <ac:spMkLst>
            <pc:docMk/>
            <pc:sldMk cId="337261572" sldId="266"/>
            <ac:spMk id="2" creationId="{1DD170FD-9965-49F3-6DE2-9BB8E6159242}"/>
          </ac:spMkLst>
        </pc:spChg>
        <pc:spChg chg="mod">
          <ac:chgData name="Salvatore Picconi" userId="0ba276b5a2e11c33" providerId="LiveId" clId="{272EAA56-243E-418B-8E99-A69A65DFCB83}" dt="2023-04-17T15:37:16.525" v="632" actId="20577"/>
          <ac:spMkLst>
            <pc:docMk/>
            <pc:sldMk cId="337261572" sldId="266"/>
            <ac:spMk id="3" creationId="{33EC3013-890A-AFDD-9070-2E02AFD1219D}"/>
          </ac:spMkLst>
        </pc:spChg>
        <pc:spChg chg="add del">
          <ac:chgData name="Salvatore Picconi" userId="0ba276b5a2e11c33" providerId="LiveId" clId="{272EAA56-243E-418B-8E99-A69A65DFCB83}" dt="2023-04-17T15:36:54.546" v="622" actId="26606"/>
          <ac:spMkLst>
            <pc:docMk/>
            <pc:sldMk cId="337261572" sldId="266"/>
            <ac:spMk id="32" creationId="{E6995CE5-F890-4ABA-82A2-26507CE8D2A3}"/>
          </ac:spMkLst>
        </pc:spChg>
        <pc:spChg chg="add del">
          <ac:chgData name="Salvatore Picconi" userId="0ba276b5a2e11c33" providerId="LiveId" clId="{272EAA56-243E-418B-8E99-A69A65DFCB83}" dt="2023-04-17T15:36:54.546" v="622" actId="26606"/>
          <ac:spMkLst>
            <pc:docMk/>
            <pc:sldMk cId="337261572" sldId="266"/>
            <ac:spMk id="33" creationId="{058A14AF-9FB5-4CC7-BA35-E8E85D3EDF0E}"/>
          </ac:spMkLst>
        </pc:spChg>
        <pc:spChg chg="add del">
          <ac:chgData name="Salvatore Picconi" userId="0ba276b5a2e11c33" providerId="LiveId" clId="{272EAA56-243E-418B-8E99-A69A65DFCB83}" dt="2023-04-17T15:36:54.546" v="622" actId="26606"/>
          <ac:spMkLst>
            <pc:docMk/>
            <pc:sldMk cId="337261572" sldId="266"/>
            <ac:spMk id="34" creationId="{3A9A4357-BD1D-4622-A4FE-766E6AB8DE84}"/>
          </ac:spMkLst>
        </pc:spChg>
        <pc:spChg chg="add del">
          <ac:chgData name="Salvatore Picconi" userId="0ba276b5a2e11c33" providerId="LiveId" clId="{272EAA56-243E-418B-8E99-A69A65DFCB83}" dt="2023-04-17T15:36:54.546" v="622" actId="26606"/>
          <ac:spMkLst>
            <pc:docMk/>
            <pc:sldMk cId="337261572" sldId="266"/>
            <ac:spMk id="35" creationId="{E659831F-0D9A-4C63-9EBB-8435B85A440F}"/>
          </ac:spMkLst>
        </pc:spChg>
        <pc:spChg chg="add del">
          <ac:chgData name="Salvatore Picconi" userId="0ba276b5a2e11c33" providerId="LiveId" clId="{272EAA56-243E-418B-8E99-A69A65DFCB83}" dt="2023-04-17T15:36:54.546" v="622" actId="26606"/>
          <ac:spMkLst>
            <pc:docMk/>
            <pc:sldMk cId="337261572" sldId="266"/>
            <ac:spMk id="40" creationId="{B6FACB3C-9069-4791-BC5C-0DB7CD19B853}"/>
          </ac:spMkLst>
        </pc:spChg>
        <pc:spChg chg="add del">
          <ac:chgData name="Salvatore Picconi" userId="0ba276b5a2e11c33" providerId="LiveId" clId="{272EAA56-243E-418B-8E99-A69A65DFCB83}" dt="2023-04-17T15:36:54.546" v="622" actId="26606"/>
          <ac:spMkLst>
            <pc:docMk/>
            <pc:sldMk cId="337261572" sldId="266"/>
            <ac:spMk id="42" creationId="{71F2038E-D777-4B76-81DD-DD13EE91B9DD}"/>
          </ac:spMkLst>
        </pc:spChg>
        <pc:grpChg chg="add del">
          <ac:chgData name="Salvatore Picconi" userId="0ba276b5a2e11c33" providerId="LiveId" clId="{272EAA56-243E-418B-8E99-A69A65DFCB83}" dt="2023-04-17T15:36:54.546" v="622" actId="26606"/>
          <ac:grpSpMkLst>
            <pc:docMk/>
            <pc:sldMk cId="337261572" sldId="266"/>
            <ac:grpSpMk id="44" creationId="{DD354807-230F-4402-B1B9-F733A8F1F190}"/>
          </ac:grpSpMkLst>
        </pc:grpChg>
        <pc:picChg chg="mod">
          <ac:chgData name="Salvatore Picconi" userId="0ba276b5a2e11c33" providerId="LiveId" clId="{272EAA56-243E-418B-8E99-A69A65DFCB83}" dt="2023-04-17T15:36:54.546" v="622" actId="26606"/>
          <ac:picMkLst>
            <pc:docMk/>
            <pc:sldMk cId="337261572" sldId="266"/>
            <ac:picMk id="5" creationId="{F436E223-4982-3E73-230F-74EB67CA965A}"/>
          </ac:picMkLst>
        </pc:picChg>
      </pc:sldChg>
      <pc:sldChg chg="modSp mod">
        <pc:chgData name="Salvatore Picconi" userId="0ba276b5a2e11c33" providerId="LiveId" clId="{272EAA56-243E-418B-8E99-A69A65DFCB83}" dt="2023-04-17T16:38:10.810" v="1877" actId="255"/>
        <pc:sldMkLst>
          <pc:docMk/>
          <pc:sldMk cId="546496377" sldId="267"/>
        </pc:sldMkLst>
        <pc:spChg chg="mod">
          <ac:chgData name="Salvatore Picconi" userId="0ba276b5a2e11c33" providerId="LiveId" clId="{272EAA56-243E-418B-8E99-A69A65DFCB83}" dt="2023-04-17T16:38:10.810" v="1877" actId="255"/>
          <ac:spMkLst>
            <pc:docMk/>
            <pc:sldMk cId="546496377" sldId="267"/>
            <ac:spMk id="3" creationId="{5A556F07-39CC-FBC9-CE3F-F866B1061284}"/>
          </ac:spMkLst>
        </pc:spChg>
      </pc:sldChg>
      <pc:sldChg chg="modSp mod">
        <pc:chgData name="Salvatore Picconi" userId="0ba276b5a2e11c33" providerId="LiveId" clId="{272EAA56-243E-418B-8E99-A69A65DFCB83}" dt="2023-04-17T16:29:34.899" v="983" actId="114"/>
        <pc:sldMkLst>
          <pc:docMk/>
          <pc:sldMk cId="2250513107" sldId="268"/>
        </pc:sldMkLst>
        <pc:spChg chg="mod">
          <ac:chgData name="Salvatore Picconi" userId="0ba276b5a2e11c33" providerId="LiveId" clId="{272EAA56-243E-418B-8E99-A69A65DFCB83}" dt="2023-04-17T16:28:52.707" v="979" actId="114"/>
          <ac:spMkLst>
            <pc:docMk/>
            <pc:sldMk cId="2250513107" sldId="268"/>
            <ac:spMk id="2" creationId="{1DD170FD-9965-49F3-6DE2-9BB8E6159242}"/>
          </ac:spMkLst>
        </pc:spChg>
        <pc:spChg chg="mod">
          <ac:chgData name="Salvatore Picconi" userId="0ba276b5a2e11c33" providerId="LiveId" clId="{272EAA56-243E-418B-8E99-A69A65DFCB83}" dt="2023-04-17T16:29:34.899" v="983" actId="114"/>
          <ac:spMkLst>
            <pc:docMk/>
            <pc:sldMk cId="2250513107" sldId="268"/>
            <ac:spMk id="3" creationId="{33EC3013-890A-AFDD-9070-2E02AFD1219D}"/>
          </ac:spMkLst>
        </pc:spChg>
      </pc:sldChg>
      <pc:sldChg chg="modSp mod">
        <pc:chgData name="Salvatore Picconi" userId="0ba276b5a2e11c33" providerId="LiveId" clId="{272EAA56-243E-418B-8E99-A69A65DFCB83}" dt="2023-04-17T16:40:31.927" v="1938" actId="20577"/>
        <pc:sldMkLst>
          <pc:docMk/>
          <pc:sldMk cId="2497648360" sldId="269"/>
        </pc:sldMkLst>
        <pc:spChg chg="mod">
          <ac:chgData name="Salvatore Picconi" userId="0ba276b5a2e11c33" providerId="LiveId" clId="{272EAA56-243E-418B-8E99-A69A65DFCB83}" dt="2023-04-17T16:40:31.927" v="1938" actId="20577"/>
          <ac:spMkLst>
            <pc:docMk/>
            <pc:sldMk cId="2497648360" sldId="269"/>
            <ac:spMk id="3" creationId="{F62F1311-E548-37AC-0121-194437FAD2C3}"/>
          </ac:spMkLst>
        </pc:spChg>
      </pc:sldChg>
      <pc:sldChg chg="modSp mod">
        <pc:chgData name="Salvatore Picconi" userId="0ba276b5a2e11c33" providerId="LiveId" clId="{272EAA56-243E-418B-8E99-A69A65DFCB83}" dt="2023-04-17T16:42:47.887" v="1942" actId="255"/>
        <pc:sldMkLst>
          <pc:docMk/>
          <pc:sldMk cId="1235681922" sldId="270"/>
        </pc:sldMkLst>
        <pc:spChg chg="mod">
          <ac:chgData name="Salvatore Picconi" userId="0ba276b5a2e11c33" providerId="LiveId" clId="{272EAA56-243E-418B-8E99-A69A65DFCB83}" dt="2023-04-17T16:42:47.887" v="1942" actId="255"/>
          <ac:spMkLst>
            <pc:docMk/>
            <pc:sldMk cId="1235681922" sldId="270"/>
            <ac:spMk id="3" creationId="{B8675037-4A0B-AB22-A135-8FF20135C29A}"/>
          </ac:spMkLst>
        </pc:spChg>
      </pc:sldChg>
    </pc:docChg>
  </pc:docChgLst>
  <pc:docChgLst>
    <pc:chgData name="Salvatore Picconi" userId="0ba276b5a2e11c33" providerId="LiveId" clId="{714AE202-47BF-9E45-9A98-AFFC6783C544}"/>
    <pc:docChg chg="undo custSel addSld modSld sldOrd">
      <pc:chgData name="Salvatore Picconi" userId="0ba276b5a2e11c33" providerId="LiveId" clId="{714AE202-47BF-9E45-9A98-AFFC6783C544}" dt="2023-04-21T14:52:24.374" v="2310" actId="20577"/>
      <pc:docMkLst>
        <pc:docMk/>
      </pc:docMkLst>
      <pc:sldChg chg="addSp delSp modSp mod">
        <pc:chgData name="Salvatore Picconi" userId="0ba276b5a2e11c33" providerId="LiveId" clId="{714AE202-47BF-9E45-9A98-AFFC6783C544}" dt="2023-04-18T08:14:19.342" v="2215"/>
        <pc:sldMkLst>
          <pc:docMk/>
          <pc:sldMk cId="3938424278" sldId="256"/>
        </pc:sldMkLst>
        <pc:spChg chg="add del mod">
          <ac:chgData name="Salvatore Picconi" userId="0ba276b5a2e11c33" providerId="LiveId" clId="{714AE202-47BF-9E45-9A98-AFFC6783C544}" dt="2023-04-18T08:14:19.342" v="2215"/>
          <ac:spMkLst>
            <pc:docMk/>
            <pc:sldMk cId="3938424278" sldId="256"/>
            <ac:spMk id="4" creationId="{BA96EF24-DECA-0CE5-35A2-82FC20574285}"/>
          </ac:spMkLst>
        </pc:spChg>
      </pc:sldChg>
      <pc:sldChg chg="modSp mod">
        <pc:chgData name="Salvatore Picconi" userId="0ba276b5a2e11c33" providerId="LiveId" clId="{714AE202-47BF-9E45-9A98-AFFC6783C544}" dt="2023-04-18T07:42:29.634" v="543" actId="20577"/>
        <pc:sldMkLst>
          <pc:docMk/>
          <pc:sldMk cId="3929458201" sldId="257"/>
        </pc:sldMkLst>
        <pc:spChg chg="mod">
          <ac:chgData name="Salvatore Picconi" userId="0ba276b5a2e11c33" providerId="LiveId" clId="{714AE202-47BF-9E45-9A98-AFFC6783C544}" dt="2023-04-18T07:42:29.634" v="543" actId="20577"/>
          <ac:spMkLst>
            <pc:docMk/>
            <pc:sldMk cId="3929458201" sldId="257"/>
            <ac:spMk id="3" creationId="{5EBC1B1C-B761-CDD3-25C0-4DD99C91479B}"/>
          </ac:spMkLst>
        </pc:spChg>
      </pc:sldChg>
      <pc:sldChg chg="modSp mod">
        <pc:chgData name="Salvatore Picconi" userId="0ba276b5a2e11c33" providerId="LiveId" clId="{714AE202-47BF-9E45-9A98-AFFC6783C544}" dt="2023-04-18T07:48:31.481" v="977" actId="27636"/>
        <pc:sldMkLst>
          <pc:docMk/>
          <pc:sldMk cId="2904999706" sldId="258"/>
        </pc:sldMkLst>
        <pc:spChg chg="mod">
          <ac:chgData name="Salvatore Picconi" userId="0ba276b5a2e11c33" providerId="LiveId" clId="{714AE202-47BF-9E45-9A98-AFFC6783C544}" dt="2023-04-18T07:48:31.481" v="977" actId="27636"/>
          <ac:spMkLst>
            <pc:docMk/>
            <pc:sldMk cId="2904999706" sldId="258"/>
            <ac:spMk id="2" creationId="{E031F98E-4014-6FC6-BC50-EF6A31167DCC}"/>
          </ac:spMkLst>
        </pc:spChg>
        <pc:spChg chg="mod">
          <ac:chgData name="Salvatore Picconi" userId="0ba276b5a2e11c33" providerId="LiveId" clId="{714AE202-47BF-9E45-9A98-AFFC6783C544}" dt="2023-04-18T07:42:49.155" v="544" actId="20577"/>
          <ac:spMkLst>
            <pc:docMk/>
            <pc:sldMk cId="2904999706" sldId="258"/>
            <ac:spMk id="3" creationId="{6B2FB8A8-DFC9-7895-2180-8540C9103A2D}"/>
          </ac:spMkLst>
        </pc:spChg>
      </pc:sldChg>
      <pc:sldChg chg="modSp mod">
        <pc:chgData name="Salvatore Picconi" userId="0ba276b5a2e11c33" providerId="LiveId" clId="{714AE202-47BF-9E45-9A98-AFFC6783C544}" dt="2023-04-18T07:46:04.610" v="834" actId="20577"/>
        <pc:sldMkLst>
          <pc:docMk/>
          <pc:sldMk cId="3484771904" sldId="259"/>
        </pc:sldMkLst>
        <pc:spChg chg="mod">
          <ac:chgData name="Salvatore Picconi" userId="0ba276b5a2e11c33" providerId="LiveId" clId="{714AE202-47BF-9E45-9A98-AFFC6783C544}" dt="2023-04-18T07:46:04.610" v="834" actId="20577"/>
          <ac:spMkLst>
            <pc:docMk/>
            <pc:sldMk cId="3484771904" sldId="259"/>
            <ac:spMk id="3" creationId="{92B5015E-B57C-BE7E-3CBA-61247EF8CBDB}"/>
          </ac:spMkLst>
        </pc:spChg>
      </pc:sldChg>
      <pc:sldChg chg="addSp delSp modSp mod setBg">
        <pc:chgData name="Salvatore Picconi" userId="0ba276b5a2e11c33" providerId="LiveId" clId="{714AE202-47BF-9E45-9A98-AFFC6783C544}" dt="2023-04-18T07:46:16.264" v="837" actId="403"/>
        <pc:sldMkLst>
          <pc:docMk/>
          <pc:sldMk cId="1063465921" sldId="260"/>
        </pc:sldMkLst>
        <pc:spChg chg="mod">
          <ac:chgData name="Salvatore Picconi" userId="0ba276b5a2e11c33" providerId="LiveId" clId="{714AE202-47BF-9E45-9A98-AFFC6783C544}" dt="2023-04-17T10:13:02.301" v="354" actId="26606"/>
          <ac:spMkLst>
            <pc:docMk/>
            <pc:sldMk cId="1063465921" sldId="260"/>
            <ac:spMk id="2" creationId="{3E7BAE25-8444-E045-372F-A8637E264C7A}"/>
          </ac:spMkLst>
        </pc:spChg>
        <pc:spChg chg="add del">
          <ac:chgData name="Salvatore Picconi" userId="0ba276b5a2e11c33" providerId="LiveId" clId="{714AE202-47BF-9E45-9A98-AFFC6783C544}" dt="2023-04-17T10:13:02.240" v="353" actId="26606"/>
          <ac:spMkLst>
            <pc:docMk/>
            <pc:sldMk cId="1063465921" sldId="260"/>
            <ac:spMk id="10" creationId="{35DB3719-6FDC-4E5D-891D-FF40B7300F64}"/>
          </ac:spMkLst>
        </pc:spChg>
        <pc:spChg chg="add del">
          <ac:chgData name="Salvatore Picconi" userId="0ba276b5a2e11c33" providerId="LiveId" clId="{714AE202-47BF-9E45-9A98-AFFC6783C544}" dt="2023-04-17T10:13:19.446" v="359" actId="26606"/>
          <ac:spMkLst>
            <pc:docMk/>
            <pc:sldMk cId="1063465921" sldId="260"/>
            <ac:spMk id="11" creationId="{E51BA4DF-2BD4-4EC2-B1DB-B27C8AC71864}"/>
          </ac:spMkLst>
        </pc:spChg>
        <pc:spChg chg="add del">
          <ac:chgData name="Salvatore Picconi" userId="0ba276b5a2e11c33" providerId="LiveId" clId="{714AE202-47BF-9E45-9A98-AFFC6783C544}" dt="2023-04-17T10:13:02.240" v="353" actId="26606"/>
          <ac:spMkLst>
            <pc:docMk/>
            <pc:sldMk cId="1063465921" sldId="260"/>
            <ac:spMk id="12" creationId="{E0CBAC23-2E3F-4A90-BA59-F8299F6A5439}"/>
          </ac:spMkLst>
        </pc:spChg>
        <pc:spChg chg="add">
          <ac:chgData name="Salvatore Picconi" userId="0ba276b5a2e11c33" providerId="LiveId" clId="{714AE202-47BF-9E45-9A98-AFFC6783C544}" dt="2023-04-17T10:13:19.446" v="359" actId="26606"/>
          <ac:spMkLst>
            <pc:docMk/>
            <pc:sldMk cId="1063465921" sldId="260"/>
            <ac:spMk id="16" creationId="{E51BA4DF-2BD4-4EC2-B1DB-B27C8AC71864}"/>
          </ac:spMkLst>
        </pc:spChg>
        <pc:graphicFrameChg chg="mod modGraphic">
          <ac:chgData name="Salvatore Picconi" userId="0ba276b5a2e11c33" providerId="LiveId" clId="{714AE202-47BF-9E45-9A98-AFFC6783C544}" dt="2023-04-18T07:46:16.264" v="837" actId="403"/>
          <ac:graphicFrameMkLst>
            <pc:docMk/>
            <pc:sldMk cId="1063465921" sldId="260"/>
            <ac:graphicFrameMk id="5" creationId="{BD49BC89-F073-4C03-529D-FCDDBCF48900}"/>
          </ac:graphicFrameMkLst>
        </pc:graphicFrameChg>
        <pc:picChg chg="add mod">
          <ac:chgData name="Salvatore Picconi" userId="0ba276b5a2e11c33" providerId="LiveId" clId="{714AE202-47BF-9E45-9A98-AFFC6783C544}" dt="2023-04-17T10:13:19.446" v="359" actId="26606"/>
          <ac:picMkLst>
            <pc:docMk/>
            <pc:sldMk cId="1063465921" sldId="260"/>
            <ac:picMk id="7" creationId="{0D313E61-C882-39D8-0728-8967442C12D5}"/>
          </ac:picMkLst>
        </pc:picChg>
      </pc:sldChg>
      <pc:sldChg chg="addSp delSp modSp mod modNotesTx">
        <pc:chgData name="Salvatore Picconi" userId="0ba276b5a2e11c33" providerId="LiveId" clId="{714AE202-47BF-9E45-9A98-AFFC6783C544}" dt="2023-04-21T14:52:24.374" v="2310" actId="20577"/>
        <pc:sldMkLst>
          <pc:docMk/>
          <pc:sldMk cId="1305652728" sldId="261"/>
        </pc:sldMkLst>
        <pc:spChg chg="mod">
          <ac:chgData name="Salvatore Picconi" userId="0ba276b5a2e11c33" providerId="LiveId" clId="{714AE202-47BF-9E45-9A98-AFFC6783C544}" dt="2023-04-18T07:46:53.784" v="854" actId="20577"/>
          <ac:spMkLst>
            <pc:docMk/>
            <pc:sldMk cId="1305652728" sldId="261"/>
            <ac:spMk id="2" creationId="{C1CB0043-0A7E-F6BB-E692-155CB079B27C}"/>
          </ac:spMkLst>
        </pc:spChg>
        <pc:spChg chg="mod ord">
          <ac:chgData name="Salvatore Picconi" userId="0ba276b5a2e11c33" providerId="LiveId" clId="{714AE202-47BF-9E45-9A98-AFFC6783C544}" dt="2023-04-20T04:55:26.410" v="2221" actId="313"/>
          <ac:spMkLst>
            <pc:docMk/>
            <pc:sldMk cId="1305652728" sldId="261"/>
            <ac:spMk id="3" creationId="{ADE673AC-D3D2-DFC6-B66B-9856368F3726}"/>
          </ac:spMkLst>
        </pc:spChg>
        <pc:spChg chg="add del">
          <ac:chgData name="Salvatore Picconi" userId="0ba276b5a2e11c33" providerId="LiveId" clId="{714AE202-47BF-9E45-9A98-AFFC6783C544}" dt="2023-04-17T10:22:53.362" v="456" actId="26606"/>
          <ac:spMkLst>
            <pc:docMk/>
            <pc:sldMk cId="1305652728" sldId="261"/>
            <ac:spMk id="28" creationId="{E02239D2-A05D-4A1C-9F06-FBA7FC730E1B}"/>
          </ac:spMkLst>
        </pc:spChg>
        <pc:spChg chg="add del">
          <ac:chgData name="Salvatore Picconi" userId="0ba276b5a2e11c33" providerId="LiveId" clId="{714AE202-47BF-9E45-9A98-AFFC6783C544}" dt="2023-04-17T10:22:50.970" v="453" actId="26606"/>
          <ac:spMkLst>
            <pc:docMk/>
            <pc:sldMk cId="1305652728" sldId="261"/>
            <ac:spMk id="33" creationId="{45D37F4E-DDB4-456B-97E0-9937730A039F}"/>
          </ac:spMkLst>
        </pc:spChg>
        <pc:spChg chg="add del">
          <ac:chgData name="Salvatore Picconi" userId="0ba276b5a2e11c33" providerId="LiveId" clId="{714AE202-47BF-9E45-9A98-AFFC6783C544}" dt="2023-04-17T10:22:50.970" v="453" actId="26606"/>
          <ac:spMkLst>
            <pc:docMk/>
            <pc:sldMk cId="1305652728" sldId="261"/>
            <ac:spMk id="35" creationId="{B2DD41CD-8F47-4F56-AD12-4E2FF7696987}"/>
          </ac:spMkLst>
        </pc:spChg>
        <pc:spChg chg="add del">
          <ac:chgData name="Salvatore Picconi" userId="0ba276b5a2e11c33" providerId="LiveId" clId="{714AE202-47BF-9E45-9A98-AFFC6783C544}" dt="2023-04-17T10:22:53.358" v="455" actId="26606"/>
          <ac:spMkLst>
            <pc:docMk/>
            <pc:sldMk cId="1305652728" sldId="261"/>
            <ac:spMk id="37" creationId="{9427AF5F-9A0E-42B7-A252-FD64C9885F9C}"/>
          </ac:spMkLst>
        </pc:spChg>
        <pc:picChg chg="add mod">
          <ac:chgData name="Salvatore Picconi" userId="0ba276b5a2e11c33" providerId="LiveId" clId="{714AE202-47BF-9E45-9A98-AFFC6783C544}" dt="2023-04-17T10:23:54.269" v="500" actId="14100"/>
          <ac:picMkLst>
            <pc:docMk/>
            <pc:sldMk cId="1305652728" sldId="261"/>
            <ac:picMk id="5" creationId="{3FDAB2A7-DE53-D0F7-988C-E9AD2558DFB0}"/>
          </ac:picMkLst>
        </pc:picChg>
        <pc:picChg chg="ord">
          <ac:chgData name="Salvatore Picconi" userId="0ba276b5a2e11c33" providerId="LiveId" clId="{714AE202-47BF-9E45-9A98-AFFC6783C544}" dt="2023-04-17T10:22:53.362" v="456" actId="26606"/>
          <ac:picMkLst>
            <pc:docMk/>
            <pc:sldMk cId="1305652728" sldId="261"/>
            <ac:picMk id="25" creationId="{39261332-498B-E2A5-4575-91B447C0757D}"/>
          </ac:picMkLst>
        </pc:picChg>
      </pc:sldChg>
      <pc:sldChg chg="modSp mod">
        <pc:chgData name="Salvatore Picconi" userId="0ba276b5a2e11c33" providerId="LiveId" clId="{714AE202-47BF-9E45-9A98-AFFC6783C544}" dt="2023-04-20T04:58:13.134" v="2222" actId="115"/>
        <pc:sldMkLst>
          <pc:docMk/>
          <pc:sldMk cId="4101121199" sldId="262"/>
        </pc:sldMkLst>
        <pc:spChg chg="mod">
          <ac:chgData name="Salvatore Picconi" userId="0ba276b5a2e11c33" providerId="LiveId" clId="{714AE202-47BF-9E45-9A98-AFFC6783C544}" dt="2023-04-20T04:58:13.134" v="2222" actId="115"/>
          <ac:spMkLst>
            <pc:docMk/>
            <pc:sldMk cId="4101121199" sldId="262"/>
            <ac:spMk id="24" creationId="{34CA998C-A138-8FB1-804F-EA1121E62E19}"/>
          </ac:spMkLst>
        </pc:spChg>
      </pc:sldChg>
      <pc:sldChg chg="modSp mod">
        <pc:chgData name="Salvatore Picconi" userId="0ba276b5a2e11c33" providerId="LiveId" clId="{714AE202-47BF-9E45-9A98-AFFC6783C544}" dt="2023-04-20T05:18:57.535" v="2225" actId="115"/>
        <pc:sldMkLst>
          <pc:docMk/>
          <pc:sldMk cId="1246556445" sldId="263"/>
        </pc:sldMkLst>
        <pc:spChg chg="mod">
          <ac:chgData name="Salvatore Picconi" userId="0ba276b5a2e11c33" providerId="LiveId" clId="{714AE202-47BF-9E45-9A98-AFFC6783C544}" dt="2023-04-18T08:06:59.243" v="1918" actId="1076"/>
          <ac:spMkLst>
            <pc:docMk/>
            <pc:sldMk cId="1246556445" sldId="263"/>
            <ac:spMk id="2" creationId="{1D0C9D25-5BBE-9C74-6321-E0593F3FD049}"/>
          </ac:spMkLst>
        </pc:spChg>
        <pc:spChg chg="mod">
          <ac:chgData name="Salvatore Picconi" userId="0ba276b5a2e11c33" providerId="LiveId" clId="{714AE202-47BF-9E45-9A98-AFFC6783C544}" dt="2023-04-20T05:18:57.535" v="2225" actId="115"/>
          <ac:spMkLst>
            <pc:docMk/>
            <pc:sldMk cId="1246556445" sldId="263"/>
            <ac:spMk id="3" creationId="{F8A6DD9D-33EB-B1B2-B0B7-BE62734A2F9E}"/>
          </ac:spMkLst>
        </pc:spChg>
      </pc:sldChg>
      <pc:sldChg chg="modSp mod">
        <pc:chgData name="Salvatore Picconi" userId="0ba276b5a2e11c33" providerId="LiveId" clId="{714AE202-47BF-9E45-9A98-AFFC6783C544}" dt="2023-04-18T08:09:15.993" v="2055" actId="20577"/>
        <pc:sldMkLst>
          <pc:docMk/>
          <pc:sldMk cId="2323291231" sldId="264"/>
        </pc:sldMkLst>
        <pc:spChg chg="mod">
          <ac:chgData name="Salvatore Picconi" userId="0ba276b5a2e11c33" providerId="LiveId" clId="{714AE202-47BF-9E45-9A98-AFFC6783C544}" dt="2023-04-18T08:09:15.993" v="2055" actId="20577"/>
          <ac:spMkLst>
            <pc:docMk/>
            <pc:sldMk cId="2323291231" sldId="264"/>
            <ac:spMk id="3" creationId="{13E28EEB-147A-2973-5557-CB4C6E6D48C5}"/>
          </ac:spMkLst>
        </pc:spChg>
      </pc:sldChg>
      <pc:sldChg chg="modSp mod">
        <pc:chgData name="Salvatore Picconi" userId="0ba276b5a2e11c33" providerId="LiveId" clId="{714AE202-47BF-9E45-9A98-AFFC6783C544}" dt="2023-04-18T07:57:25.028" v="1270" actId="114"/>
        <pc:sldMkLst>
          <pc:docMk/>
          <pc:sldMk cId="4266760600" sldId="265"/>
        </pc:sldMkLst>
        <pc:spChg chg="mod">
          <ac:chgData name="Salvatore Picconi" userId="0ba276b5a2e11c33" providerId="LiveId" clId="{714AE202-47BF-9E45-9A98-AFFC6783C544}" dt="2023-04-18T07:57:25.028" v="1270" actId="114"/>
          <ac:spMkLst>
            <pc:docMk/>
            <pc:sldMk cId="4266760600" sldId="265"/>
            <ac:spMk id="3" creationId="{33EC3013-890A-AFDD-9070-2E02AFD1219D}"/>
          </ac:spMkLst>
        </pc:spChg>
      </pc:sldChg>
      <pc:sldChg chg="modSp mod">
        <pc:chgData name="Salvatore Picconi" userId="0ba276b5a2e11c33" providerId="LiveId" clId="{714AE202-47BF-9E45-9A98-AFFC6783C544}" dt="2023-04-18T07:59:29.215" v="1336" actId="404"/>
        <pc:sldMkLst>
          <pc:docMk/>
          <pc:sldMk cId="337261572" sldId="266"/>
        </pc:sldMkLst>
        <pc:spChg chg="mod">
          <ac:chgData name="Salvatore Picconi" userId="0ba276b5a2e11c33" providerId="LiveId" clId="{714AE202-47BF-9E45-9A98-AFFC6783C544}" dt="2023-04-18T07:59:29.215" v="1336" actId="404"/>
          <ac:spMkLst>
            <pc:docMk/>
            <pc:sldMk cId="337261572" sldId="266"/>
            <ac:spMk id="2" creationId="{1DD170FD-9965-49F3-6DE2-9BB8E6159242}"/>
          </ac:spMkLst>
        </pc:spChg>
        <pc:spChg chg="mod">
          <ac:chgData name="Salvatore Picconi" userId="0ba276b5a2e11c33" providerId="LiveId" clId="{714AE202-47BF-9E45-9A98-AFFC6783C544}" dt="2023-04-18T07:59:06.386" v="1310" actId="313"/>
          <ac:spMkLst>
            <pc:docMk/>
            <pc:sldMk cId="337261572" sldId="266"/>
            <ac:spMk id="3" creationId="{33EC3013-890A-AFDD-9070-2E02AFD1219D}"/>
          </ac:spMkLst>
        </pc:spChg>
      </pc:sldChg>
      <pc:sldChg chg="modSp mod">
        <pc:chgData name="Salvatore Picconi" userId="0ba276b5a2e11c33" providerId="LiveId" clId="{714AE202-47BF-9E45-9A98-AFFC6783C544}" dt="2023-04-18T08:11:45.111" v="2104" actId="20577"/>
        <pc:sldMkLst>
          <pc:docMk/>
          <pc:sldMk cId="546496377" sldId="267"/>
        </pc:sldMkLst>
        <pc:spChg chg="mod">
          <ac:chgData name="Salvatore Picconi" userId="0ba276b5a2e11c33" providerId="LiveId" clId="{714AE202-47BF-9E45-9A98-AFFC6783C544}" dt="2023-04-18T08:11:45.111" v="2104" actId="20577"/>
          <ac:spMkLst>
            <pc:docMk/>
            <pc:sldMk cId="546496377" sldId="267"/>
            <ac:spMk id="3" creationId="{5A556F07-39CC-FBC9-CE3F-F866B1061284}"/>
          </ac:spMkLst>
        </pc:spChg>
      </pc:sldChg>
      <pc:sldChg chg="modSp mod">
        <pc:chgData name="Salvatore Picconi" userId="0ba276b5a2e11c33" providerId="LiveId" clId="{714AE202-47BF-9E45-9A98-AFFC6783C544}" dt="2023-04-18T08:02:57.703" v="1377" actId="207"/>
        <pc:sldMkLst>
          <pc:docMk/>
          <pc:sldMk cId="2250513107" sldId="268"/>
        </pc:sldMkLst>
        <pc:spChg chg="mod">
          <ac:chgData name="Salvatore Picconi" userId="0ba276b5a2e11c33" providerId="LiveId" clId="{714AE202-47BF-9E45-9A98-AFFC6783C544}" dt="2023-04-18T07:59:57.353" v="1356" actId="20577"/>
          <ac:spMkLst>
            <pc:docMk/>
            <pc:sldMk cId="2250513107" sldId="268"/>
            <ac:spMk id="2" creationId="{1DD170FD-9965-49F3-6DE2-9BB8E6159242}"/>
          </ac:spMkLst>
        </pc:spChg>
        <pc:spChg chg="mod">
          <ac:chgData name="Salvatore Picconi" userId="0ba276b5a2e11c33" providerId="LiveId" clId="{714AE202-47BF-9E45-9A98-AFFC6783C544}" dt="2023-04-18T08:02:57.703" v="1377" actId="207"/>
          <ac:spMkLst>
            <pc:docMk/>
            <pc:sldMk cId="2250513107" sldId="268"/>
            <ac:spMk id="3" creationId="{33EC3013-890A-AFDD-9070-2E02AFD1219D}"/>
          </ac:spMkLst>
        </pc:spChg>
      </pc:sldChg>
      <pc:sldChg chg="modSp mod">
        <pc:chgData name="Salvatore Picconi" userId="0ba276b5a2e11c33" providerId="LiveId" clId="{714AE202-47BF-9E45-9A98-AFFC6783C544}" dt="2023-04-18T08:12:31.157" v="2140" actId="20577"/>
        <pc:sldMkLst>
          <pc:docMk/>
          <pc:sldMk cId="2497648360" sldId="269"/>
        </pc:sldMkLst>
        <pc:spChg chg="mod">
          <ac:chgData name="Salvatore Picconi" userId="0ba276b5a2e11c33" providerId="LiveId" clId="{714AE202-47BF-9E45-9A98-AFFC6783C544}" dt="2023-04-18T08:12:31.157" v="2140" actId="20577"/>
          <ac:spMkLst>
            <pc:docMk/>
            <pc:sldMk cId="2497648360" sldId="269"/>
            <ac:spMk id="3" creationId="{F62F1311-E548-37AC-0121-194437FAD2C3}"/>
          </ac:spMkLst>
        </pc:spChg>
      </pc:sldChg>
      <pc:sldChg chg="addSp delSp modSp new mod setBg">
        <pc:chgData name="Salvatore Picconi" userId="0ba276b5a2e11c33" providerId="LiveId" clId="{714AE202-47BF-9E45-9A98-AFFC6783C544}" dt="2023-04-18T08:16:22.107" v="2216" actId="20577"/>
        <pc:sldMkLst>
          <pc:docMk/>
          <pc:sldMk cId="3188405582" sldId="271"/>
        </pc:sldMkLst>
        <pc:spChg chg="mod">
          <ac:chgData name="Salvatore Picconi" userId="0ba276b5a2e11c33" providerId="LiveId" clId="{714AE202-47BF-9E45-9A98-AFFC6783C544}" dt="2023-04-18T08:16:22.107" v="2216" actId="20577"/>
          <ac:spMkLst>
            <pc:docMk/>
            <pc:sldMk cId="3188405582" sldId="271"/>
            <ac:spMk id="2" creationId="{BD84384A-2005-E921-CC94-13ECDD0D270A}"/>
          </ac:spMkLst>
        </pc:spChg>
        <pc:spChg chg="mod">
          <ac:chgData name="Salvatore Picconi" userId="0ba276b5a2e11c33" providerId="LiveId" clId="{714AE202-47BF-9E45-9A98-AFFC6783C544}" dt="2023-04-18T08:13:46.781" v="2181" actId="20577"/>
          <ac:spMkLst>
            <pc:docMk/>
            <pc:sldMk cId="3188405582" sldId="271"/>
            <ac:spMk id="3" creationId="{3D2AB42D-6D2C-3CAE-8DC7-BDF531FD77AF}"/>
          </ac:spMkLst>
        </pc:spChg>
        <pc:spChg chg="add del">
          <ac:chgData name="Salvatore Picconi" userId="0ba276b5a2e11c33" providerId="LiveId" clId="{714AE202-47BF-9E45-9A98-AFFC6783C544}" dt="2023-04-17T10:12:05.952" v="322" actId="26606"/>
          <ac:spMkLst>
            <pc:docMk/>
            <pc:sldMk cId="3188405582" sldId="271"/>
            <ac:spMk id="9" creationId="{E51BA4DF-2BD4-4EC2-B1DB-B27C8AC71864}"/>
          </ac:spMkLst>
        </pc:spChg>
        <pc:picChg chg="add del">
          <ac:chgData name="Salvatore Picconi" userId="0ba276b5a2e11c33" providerId="LiveId" clId="{714AE202-47BF-9E45-9A98-AFFC6783C544}" dt="2023-04-17T10:12:05.952" v="322" actId="26606"/>
          <ac:picMkLst>
            <pc:docMk/>
            <pc:sldMk cId="3188405582" sldId="271"/>
            <ac:picMk id="5" creationId="{E33A4327-96A3-29FB-81BC-9708C396B551}"/>
          </ac:picMkLst>
        </pc:picChg>
      </pc:sldChg>
      <pc:sldChg chg="addSp modSp new mod ord setBg setClrOvrMap">
        <pc:chgData name="Salvatore Picconi" userId="0ba276b5a2e11c33" providerId="LiveId" clId="{714AE202-47BF-9E45-9A98-AFFC6783C544}" dt="2023-04-18T08:18:37.196" v="2217" actId="20577"/>
        <pc:sldMkLst>
          <pc:docMk/>
          <pc:sldMk cId="11270429" sldId="272"/>
        </pc:sldMkLst>
        <pc:spChg chg="mod">
          <ac:chgData name="Salvatore Picconi" userId="0ba276b5a2e11c33" providerId="LiveId" clId="{714AE202-47BF-9E45-9A98-AFFC6783C544}" dt="2023-04-18T07:50:51.830" v="1242" actId="26606"/>
          <ac:spMkLst>
            <pc:docMk/>
            <pc:sldMk cId="11270429" sldId="272"/>
            <ac:spMk id="2" creationId="{744D8AAE-9BAF-39B5-DD76-725FE98325B3}"/>
          </ac:spMkLst>
        </pc:spChg>
        <pc:spChg chg="mod">
          <ac:chgData name="Salvatore Picconi" userId="0ba276b5a2e11c33" providerId="LiveId" clId="{714AE202-47BF-9E45-9A98-AFFC6783C544}" dt="2023-04-18T08:18:37.196" v="2217" actId="20577"/>
          <ac:spMkLst>
            <pc:docMk/>
            <pc:sldMk cId="11270429" sldId="272"/>
            <ac:spMk id="3" creationId="{84BF2F7B-6933-75DD-8998-A45A3DE71992}"/>
          </ac:spMkLst>
        </pc:spChg>
        <pc:spChg chg="add">
          <ac:chgData name="Salvatore Picconi" userId="0ba276b5a2e11c33" providerId="LiveId" clId="{714AE202-47BF-9E45-9A98-AFFC6783C544}" dt="2023-04-18T07:50:51.830" v="1242" actId="26606"/>
          <ac:spMkLst>
            <pc:docMk/>
            <pc:sldMk cId="11270429" sldId="272"/>
            <ac:spMk id="9" creationId="{71B2258F-86CA-4D4D-8270-BC05FCDEBFB3}"/>
          </ac:spMkLst>
        </pc:spChg>
        <pc:picChg chg="add">
          <ac:chgData name="Salvatore Picconi" userId="0ba276b5a2e11c33" providerId="LiveId" clId="{714AE202-47BF-9E45-9A98-AFFC6783C544}" dt="2023-04-18T07:50:51.830" v="1242" actId="26606"/>
          <ac:picMkLst>
            <pc:docMk/>
            <pc:sldMk cId="11270429" sldId="272"/>
            <ac:picMk id="5" creationId="{4AB9CCB1-7F65-7272-4E8F-41CBC5F21B94}"/>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0DE621-0992-42DA-B334-3C0F4325AFDC}" type="doc">
      <dgm:prSet loTypeId="urn:microsoft.com/office/officeart/2016/7/layout/RepeatingBendingProcessNew" loCatId="process" qsTypeId="urn:microsoft.com/office/officeart/2005/8/quickstyle/simple2" qsCatId="simple" csTypeId="urn:microsoft.com/office/officeart/2005/8/colors/accent5_2" csCatId="accent5"/>
      <dgm:spPr/>
      <dgm:t>
        <a:bodyPr/>
        <a:lstStyle/>
        <a:p>
          <a:endParaRPr lang="en-US"/>
        </a:p>
      </dgm:t>
    </dgm:pt>
    <dgm:pt modelId="{A614F967-9EE1-4924-A1FA-8FBB903F420A}">
      <dgm:prSet/>
      <dgm:spPr/>
      <dgm:t>
        <a:bodyPr/>
        <a:lstStyle/>
        <a:p>
          <a:r>
            <a:rPr lang="it-IT" sz="1500"/>
            <a:t>Dal report anziani:</a:t>
          </a:r>
          <a:endParaRPr lang="en-US" sz="1500"/>
        </a:p>
      </dgm:t>
    </dgm:pt>
    <dgm:pt modelId="{2D5B98EE-B7C9-43F8-920B-0386093E87A7}" type="parTrans" cxnId="{B2738A52-885E-4BA3-A30E-5DF14211FC1A}">
      <dgm:prSet/>
      <dgm:spPr/>
      <dgm:t>
        <a:bodyPr/>
        <a:lstStyle/>
        <a:p>
          <a:endParaRPr lang="en-US"/>
        </a:p>
      </dgm:t>
    </dgm:pt>
    <dgm:pt modelId="{3B315B58-FDBC-4134-8887-B91D0077D93E}" type="sibTrans" cxnId="{B2738A52-885E-4BA3-A30E-5DF14211FC1A}">
      <dgm:prSet/>
      <dgm:spPr/>
      <dgm:t>
        <a:bodyPr/>
        <a:lstStyle/>
        <a:p>
          <a:endParaRPr lang="en-US"/>
        </a:p>
      </dgm:t>
    </dgm:pt>
    <dgm:pt modelId="{8452CE02-AAA0-4E6E-B140-0BB60D21E568}">
      <dgm:prSet custT="1"/>
      <dgm:spPr/>
      <dgm:t>
        <a:bodyPr/>
        <a:lstStyle/>
        <a:p>
          <a:r>
            <a:rPr lang="it-IT" sz="1800" b="1" dirty="0"/>
            <a:t>Partire dal titolo</a:t>
          </a:r>
          <a:endParaRPr lang="en-US" sz="1800" b="1" dirty="0"/>
        </a:p>
      </dgm:t>
    </dgm:pt>
    <dgm:pt modelId="{496D0228-E2DD-423F-A868-AAD360DFC73A}" type="parTrans" cxnId="{5ED88DDF-6F09-48BF-B9BE-58E3EAA71DF9}">
      <dgm:prSet/>
      <dgm:spPr/>
      <dgm:t>
        <a:bodyPr/>
        <a:lstStyle/>
        <a:p>
          <a:endParaRPr lang="en-US"/>
        </a:p>
      </dgm:t>
    </dgm:pt>
    <dgm:pt modelId="{D04FB97D-C511-4AA1-BCF9-E38EC7FAAF36}" type="sibTrans" cxnId="{5ED88DDF-6F09-48BF-B9BE-58E3EAA71DF9}">
      <dgm:prSet/>
      <dgm:spPr/>
      <dgm:t>
        <a:bodyPr/>
        <a:lstStyle/>
        <a:p>
          <a:endParaRPr lang="en-US"/>
        </a:p>
      </dgm:t>
    </dgm:pt>
    <dgm:pt modelId="{06B0CD74-4EC5-462B-AC97-4A783EDD9CE5}">
      <dgm:prSet/>
      <dgm:spPr/>
      <dgm:t>
        <a:bodyPr/>
        <a:lstStyle/>
        <a:p>
          <a:r>
            <a:rPr lang="it-IT" dirty="0"/>
            <a:t>«Migliora la salute degli anziani ma cresce la domanda di cura e assistenza»</a:t>
          </a:r>
          <a:endParaRPr lang="en-US" dirty="0"/>
        </a:p>
      </dgm:t>
    </dgm:pt>
    <dgm:pt modelId="{FD2DDDAE-B242-431D-B239-F7B257E9380C}" type="parTrans" cxnId="{089A8D45-22B4-460E-9833-EBD35B7F7822}">
      <dgm:prSet/>
      <dgm:spPr/>
      <dgm:t>
        <a:bodyPr/>
        <a:lstStyle/>
        <a:p>
          <a:endParaRPr lang="en-US"/>
        </a:p>
      </dgm:t>
    </dgm:pt>
    <dgm:pt modelId="{8895975A-BB07-4CE4-AF90-265A48163DB0}" type="sibTrans" cxnId="{089A8D45-22B4-460E-9833-EBD35B7F7822}">
      <dgm:prSet/>
      <dgm:spPr/>
      <dgm:t>
        <a:bodyPr/>
        <a:lstStyle/>
        <a:p>
          <a:endParaRPr lang="en-US"/>
        </a:p>
      </dgm:t>
    </dgm:pt>
    <dgm:pt modelId="{F6D433A4-6E24-4991-8374-0DBA46CD5FFF}">
      <dgm:prSet/>
      <dgm:spPr/>
      <dgm:t>
        <a:bodyPr/>
        <a:lstStyle/>
        <a:p>
          <a:r>
            <a:rPr lang="it-IT"/>
            <a:t>Il titolo fa capire immediatamente che ci si sta riferendo a qualcosa di controverso: migliora la salute ma aumenta la domanda di cura? </a:t>
          </a:r>
          <a:endParaRPr lang="en-US"/>
        </a:p>
      </dgm:t>
    </dgm:pt>
    <dgm:pt modelId="{F627EF58-6549-4550-82B4-84E7ED194DF6}" type="parTrans" cxnId="{09214B2C-A076-46D4-8B88-97C49E13E37F}">
      <dgm:prSet/>
      <dgm:spPr/>
      <dgm:t>
        <a:bodyPr/>
        <a:lstStyle/>
        <a:p>
          <a:endParaRPr lang="en-US"/>
        </a:p>
      </dgm:t>
    </dgm:pt>
    <dgm:pt modelId="{55E3CDD0-98AF-4DCD-981C-F7E15A29B88B}" type="sibTrans" cxnId="{09214B2C-A076-46D4-8B88-97C49E13E37F}">
      <dgm:prSet/>
      <dgm:spPr/>
      <dgm:t>
        <a:bodyPr/>
        <a:lstStyle/>
        <a:p>
          <a:endParaRPr lang="en-US"/>
        </a:p>
      </dgm:t>
    </dgm:pt>
    <dgm:pt modelId="{7BD993BB-1E28-4B82-9279-4EF83F44D52B}">
      <dgm:prSet/>
      <dgm:spPr/>
      <dgm:t>
        <a:bodyPr/>
        <a:lstStyle/>
        <a:p>
          <a:r>
            <a:rPr lang="it-IT"/>
            <a:t>Perché!?</a:t>
          </a:r>
          <a:endParaRPr lang="en-US"/>
        </a:p>
      </dgm:t>
    </dgm:pt>
    <dgm:pt modelId="{892CFB81-FBCD-4413-BA50-D5043E48EDA9}" type="parTrans" cxnId="{2E057B7E-34F7-4FE2-8124-81F3BC380FD4}">
      <dgm:prSet/>
      <dgm:spPr/>
      <dgm:t>
        <a:bodyPr/>
        <a:lstStyle/>
        <a:p>
          <a:endParaRPr lang="en-US"/>
        </a:p>
      </dgm:t>
    </dgm:pt>
    <dgm:pt modelId="{D36C1F6E-AA01-45E4-BC89-06AF7792C8E0}" type="sibTrans" cxnId="{2E057B7E-34F7-4FE2-8124-81F3BC380FD4}">
      <dgm:prSet/>
      <dgm:spPr/>
      <dgm:t>
        <a:bodyPr/>
        <a:lstStyle/>
        <a:p>
          <a:endParaRPr lang="en-US"/>
        </a:p>
      </dgm:t>
    </dgm:pt>
    <dgm:pt modelId="{45D68C1F-EBF9-584F-AEAF-E7B3E68FBF3D}" type="pres">
      <dgm:prSet presAssocID="{7A0DE621-0992-42DA-B334-3C0F4325AFDC}" presName="Name0" presStyleCnt="0">
        <dgm:presLayoutVars>
          <dgm:dir/>
          <dgm:resizeHandles val="exact"/>
        </dgm:presLayoutVars>
      </dgm:prSet>
      <dgm:spPr/>
    </dgm:pt>
    <dgm:pt modelId="{476EC3A2-5889-D94A-B141-DCD680A6B7F5}" type="pres">
      <dgm:prSet presAssocID="{A614F967-9EE1-4924-A1FA-8FBB903F420A}" presName="node" presStyleLbl="node1" presStyleIdx="0" presStyleCnt="4" custLinFactNeighborY="1033">
        <dgm:presLayoutVars>
          <dgm:bulletEnabled val="1"/>
        </dgm:presLayoutVars>
      </dgm:prSet>
      <dgm:spPr/>
    </dgm:pt>
    <dgm:pt modelId="{8BAB58B6-C14E-D246-9587-10B257BB16A9}" type="pres">
      <dgm:prSet presAssocID="{3B315B58-FDBC-4134-8887-B91D0077D93E}" presName="sibTrans" presStyleLbl="sibTrans1D1" presStyleIdx="0" presStyleCnt="3"/>
      <dgm:spPr/>
    </dgm:pt>
    <dgm:pt modelId="{6152D51F-C872-C646-8EE9-7AFB1E5F791E}" type="pres">
      <dgm:prSet presAssocID="{3B315B58-FDBC-4134-8887-B91D0077D93E}" presName="connectorText" presStyleLbl="sibTrans1D1" presStyleIdx="0" presStyleCnt="3"/>
      <dgm:spPr/>
    </dgm:pt>
    <dgm:pt modelId="{B16C1C69-C829-564E-A185-7EDB41B4D60A}" type="pres">
      <dgm:prSet presAssocID="{06B0CD74-4EC5-462B-AC97-4A783EDD9CE5}" presName="node" presStyleLbl="node1" presStyleIdx="1" presStyleCnt="4">
        <dgm:presLayoutVars>
          <dgm:bulletEnabled val="1"/>
        </dgm:presLayoutVars>
      </dgm:prSet>
      <dgm:spPr/>
    </dgm:pt>
    <dgm:pt modelId="{A0715B2B-1B6D-F041-90F5-BF6FB3F7C56C}" type="pres">
      <dgm:prSet presAssocID="{8895975A-BB07-4CE4-AF90-265A48163DB0}" presName="sibTrans" presStyleLbl="sibTrans1D1" presStyleIdx="1" presStyleCnt="3"/>
      <dgm:spPr/>
    </dgm:pt>
    <dgm:pt modelId="{CE538F76-D84C-8648-A0C7-0578937B2DEC}" type="pres">
      <dgm:prSet presAssocID="{8895975A-BB07-4CE4-AF90-265A48163DB0}" presName="connectorText" presStyleLbl="sibTrans1D1" presStyleIdx="1" presStyleCnt="3"/>
      <dgm:spPr/>
    </dgm:pt>
    <dgm:pt modelId="{243FD99F-7EFA-5043-9731-072EA96D25EE}" type="pres">
      <dgm:prSet presAssocID="{F6D433A4-6E24-4991-8374-0DBA46CD5FFF}" presName="node" presStyleLbl="node1" presStyleIdx="2" presStyleCnt="4">
        <dgm:presLayoutVars>
          <dgm:bulletEnabled val="1"/>
        </dgm:presLayoutVars>
      </dgm:prSet>
      <dgm:spPr/>
    </dgm:pt>
    <dgm:pt modelId="{EDA68A7D-7938-A748-B541-F43B5FAF220F}" type="pres">
      <dgm:prSet presAssocID="{55E3CDD0-98AF-4DCD-981C-F7E15A29B88B}" presName="sibTrans" presStyleLbl="sibTrans1D1" presStyleIdx="2" presStyleCnt="3"/>
      <dgm:spPr/>
    </dgm:pt>
    <dgm:pt modelId="{544D01D0-ED84-4F46-A416-3323533BABDF}" type="pres">
      <dgm:prSet presAssocID="{55E3CDD0-98AF-4DCD-981C-F7E15A29B88B}" presName="connectorText" presStyleLbl="sibTrans1D1" presStyleIdx="2" presStyleCnt="3"/>
      <dgm:spPr/>
    </dgm:pt>
    <dgm:pt modelId="{47939DBA-D6A1-964D-87D3-E6B79B1D82B5}" type="pres">
      <dgm:prSet presAssocID="{7BD993BB-1E28-4B82-9279-4EF83F44D52B}" presName="node" presStyleLbl="node1" presStyleIdx="3" presStyleCnt="4">
        <dgm:presLayoutVars>
          <dgm:bulletEnabled val="1"/>
        </dgm:presLayoutVars>
      </dgm:prSet>
      <dgm:spPr/>
    </dgm:pt>
  </dgm:ptLst>
  <dgm:cxnLst>
    <dgm:cxn modelId="{3DF72E0F-8B12-A44C-8BE9-10D8B2609833}" type="presOf" srcId="{7A0DE621-0992-42DA-B334-3C0F4325AFDC}" destId="{45D68C1F-EBF9-584F-AEAF-E7B3E68FBF3D}" srcOrd="0" destOrd="0" presId="urn:microsoft.com/office/officeart/2016/7/layout/RepeatingBendingProcessNew"/>
    <dgm:cxn modelId="{EA5AF719-627A-9446-8D32-F00C79323437}" type="presOf" srcId="{06B0CD74-4EC5-462B-AC97-4A783EDD9CE5}" destId="{B16C1C69-C829-564E-A185-7EDB41B4D60A}" srcOrd="0" destOrd="0" presId="urn:microsoft.com/office/officeart/2016/7/layout/RepeatingBendingProcessNew"/>
    <dgm:cxn modelId="{09214B2C-A076-46D4-8B88-97C49E13E37F}" srcId="{7A0DE621-0992-42DA-B334-3C0F4325AFDC}" destId="{F6D433A4-6E24-4991-8374-0DBA46CD5FFF}" srcOrd="2" destOrd="0" parTransId="{F627EF58-6549-4550-82B4-84E7ED194DF6}" sibTransId="{55E3CDD0-98AF-4DCD-981C-F7E15A29B88B}"/>
    <dgm:cxn modelId="{089A8D45-22B4-460E-9833-EBD35B7F7822}" srcId="{7A0DE621-0992-42DA-B334-3C0F4325AFDC}" destId="{06B0CD74-4EC5-462B-AC97-4A783EDD9CE5}" srcOrd="1" destOrd="0" parTransId="{FD2DDDAE-B242-431D-B239-F7B257E9380C}" sibTransId="{8895975A-BB07-4CE4-AF90-265A48163DB0}"/>
    <dgm:cxn modelId="{1014274D-9A34-3448-9856-0B2DD633BA9C}" type="presOf" srcId="{A614F967-9EE1-4924-A1FA-8FBB903F420A}" destId="{476EC3A2-5889-D94A-B141-DCD680A6B7F5}" srcOrd="0" destOrd="0" presId="urn:microsoft.com/office/officeart/2016/7/layout/RepeatingBendingProcessNew"/>
    <dgm:cxn modelId="{B2738A52-885E-4BA3-A30E-5DF14211FC1A}" srcId="{7A0DE621-0992-42DA-B334-3C0F4325AFDC}" destId="{A614F967-9EE1-4924-A1FA-8FBB903F420A}" srcOrd="0" destOrd="0" parTransId="{2D5B98EE-B7C9-43F8-920B-0386093E87A7}" sibTransId="{3B315B58-FDBC-4134-8887-B91D0077D93E}"/>
    <dgm:cxn modelId="{C1605F60-F89A-1A48-A32A-BBE9B31DCD87}" type="presOf" srcId="{8895975A-BB07-4CE4-AF90-265A48163DB0}" destId="{CE538F76-D84C-8648-A0C7-0578937B2DEC}" srcOrd="1" destOrd="0" presId="urn:microsoft.com/office/officeart/2016/7/layout/RepeatingBendingProcessNew"/>
    <dgm:cxn modelId="{DB8BD96E-48F4-E947-820B-974B17A48180}" type="presOf" srcId="{8895975A-BB07-4CE4-AF90-265A48163DB0}" destId="{A0715B2B-1B6D-F041-90F5-BF6FB3F7C56C}" srcOrd="0" destOrd="0" presId="urn:microsoft.com/office/officeart/2016/7/layout/RepeatingBendingProcessNew"/>
    <dgm:cxn modelId="{5EF2797B-FDD0-244E-8027-0A78E315FC95}" type="presOf" srcId="{3B315B58-FDBC-4134-8887-B91D0077D93E}" destId="{8BAB58B6-C14E-D246-9587-10B257BB16A9}" srcOrd="0" destOrd="0" presId="urn:microsoft.com/office/officeart/2016/7/layout/RepeatingBendingProcessNew"/>
    <dgm:cxn modelId="{2E057B7E-34F7-4FE2-8124-81F3BC380FD4}" srcId="{7A0DE621-0992-42DA-B334-3C0F4325AFDC}" destId="{7BD993BB-1E28-4B82-9279-4EF83F44D52B}" srcOrd="3" destOrd="0" parTransId="{892CFB81-FBCD-4413-BA50-D5043E48EDA9}" sibTransId="{D36C1F6E-AA01-45E4-BC89-06AF7792C8E0}"/>
    <dgm:cxn modelId="{17604DAB-FEBE-114B-851A-3884DF83033D}" type="presOf" srcId="{F6D433A4-6E24-4991-8374-0DBA46CD5FFF}" destId="{243FD99F-7EFA-5043-9731-072EA96D25EE}" srcOrd="0" destOrd="0" presId="urn:microsoft.com/office/officeart/2016/7/layout/RepeatingBendingProcessNew"/>
    <dgm:cxn modelId="{B08265B3-1511-5F41-9F89-E13EC8FC9B8A}" type="presOf" srcId="{8452CE02-AAA0-4E6E-B140-0BB60D21E568}" destId="{476EC3A2-5889-D94A-B141-DCD680A6B7F5}" srcOrd="0" destOrd="1" presId="urn:microsoft.com/office/officeart/2016/7/layout/RepeatingBendingProcessNew"/>
    <dgm:cxn modelId="{8F52B2D3-70AA-F746-A951-4BDF384B723C}" type="presOf" srcId="{7BD993BB-1E28-4B82-9279-4EF83F44D52B}" destId="{47939DBA-D6A1-964D-87D3-E6B79B1D82B5}" srcOrd="0" destOrd="0" presId="urn:microsoft.com/office/officeart/2016/7/layout/RepeatingBendingProcessNew"/>
    <dgm:cxn modelId="{BE2C63D4-D561-F044-A773-3CBED5F52D09}" type="presOf" srcId="{55E3CDD0-98AF-4DCD-981C-F7E15A29B88B}" destId="{544D01D0-ED84-4F46-A416-3323533BABDF}" srcOrd="1" destOrd="0" presId="urn:microsoft.com/office/officeart/2016/7/layout/RepeatingBendingProcessNew"/>
    <dgm:cxn modelId="{F6E2E4D7-8F4D-7C4E-B422-5B7D08ECC835}" type="presOf" srcId="{3B315B58-FDBC-4134-8887-B91D0077D93E}" destId="{6152D51F-C872-C646-8EE9-7AFB1E5F791E}" srcOrd="1" destOrd="0" presId="urn:microsoft.com/office/officeart/2016/7/layout/RepeatingBendingProcessNew"/>
    <dgm:cxn modelId="{5ED88DDF-6F09-48BF-B9BE-58E3EAA71DF9}" srcId="{A614F967-9EE1-4924-A1FA-8FBB903F420A}" destId="{8452CE02-AAA0-4E6E-B140-0BB60D21E568}" srcOrd="0" destOrd="0" parTransId="{496D0228-E2DD-423F-A868-AAD360DFC73A}" sibTransId="{D04FB97D-C511-4AA1-BCF9-E38EC7FAAF36}"/>
    <dgm:cxn modelId="{F2DADFF0-4213-674B-89F9-842432556542}" type="presOf" srcId="{55E3CDD0-98AF-4DCD-981C-F7E15A29B88B}" destId="{EDA68A7D-7938-A748-B541-F43B5FAF220F}" srcOrd="0" destOrd="0" presId="urn:microsoft.com/office/officeart/2016/7/layout/RepeatingBendingProcessNew"/>
    <dgm:cxn modelId="{756D4BEC-82C3-6E42-98FF-23D2C85CC643}" type="presParOf" srcId="{45D68C1F-EBF9-584F-AEAF-E7B3E68FBF3D}" destId="{476EC3A2-5889-D94A-B141-DCD680A6B7F5}" srcOrd="0" destOrd="0" presId="urn:microsoft.com/office/officeart/2016/7/layout/RepeatingBendingProcessNew"/>
    <dgm:cxn modelId="{9466BFBD-51E8-EC4D-902F-B98C5572B619}" type="presParOf" srcId="{45D68C1F-EBF9-584F-AEAF-E7B3E68FBF3D}" destId="{8BAB58B6-C14E-D246-9587-10B257BB16A9}" srcOrd="1" destOrd="0" presId="urn:microsoft.com/office/officeart/2016/7/layout/RepeatingBendingProcessNew"/>
    <dgm:cxn modelId="{D2BB6DBC-92FC-9C4D-9F19-313A4C4F6A5A}" type="presParOf" srcId="{8BAB58B6-C14E-D246-9587-10B257BB16A9}" destId="{6152D51F-C872-C646-8EE9-7AFB1E5F791E}" srcOrd="0" destOrd="0" presId="urn:microsoft.com/office/officeart/2016/7/layout/RepeatingBendingProcessNew"/>
    <dgm:cxn modelId="{C9023C16-99F0-CB43-B762-72237041F6EE}" type="presParOf" srcId="{45D68C1F-EBF9-584F-AEAF-E7B3E68FBF3D}" destId="{B16C1C69-C829-564E-A185-7EDB41B4D60A}" srcOrd="2" destOrd="0" presId="urn:microsoft.com/office/officeart/2016/7/layout/RepeatingBendingProcessNew"/>
    <dgm:cxn modelId="{F7F91F33-C517-8740-8CE8-1971737D3CFA}" type="presParOf" srcId="{45D68C1F-EBF9-584F-AEAF-E7B3E68FBF3D}" destId="{A0715B2B-1B6D-F041-90F5-BF6FB3F7C56C}" srcOrd="3" destOrd="0" presId="urn:microsoft.com/office/officeart/2016/7/layout/RepeatingBendingProcessNew"/>
    <dgm:cxn modelId="{18683C15-843B-1447-9B2B-C0F7D889A345}" type="presParOf" srcId="{A0715B2B-1B6D-F041-90F5-BF6FB3F7C56C}" destId="{CE538F76-D84C-8648-A0C7-0578937B2DEC}" srcOrd="0" destOrd="0" presId="urn:microsoft.com/office/officeart/2016/7/layout/RepeatingBendingProcessNew"/>
    <dgm:cxn modelId="{80271607-0B84-5D4D-89A9-E4D2AB11311B}" type="presParOf" srcId="{45D68C1F-EBF9-584F-AEAF-E7B3E68FBF3D}" destId="{243FD99F-7EFA-5043-9731-072EA96D25EE}" srcOrd="4" destOrd="0" presId="urn:microsoft.com/office/officeart/2016/7/layout/RepeatingBendingProcessNew"/>
    <dgm:cxn modelId="{8ACA04DC-0AB9-524D-B76B-759443135926}" type="presParOf" srcId="{45D68C1F-EBF9-584F-AEAF-E7B3E68FBF3D}" destId="{EDA68A7D-7938-A748-B541-F43B5FAF220F}" srcOrd="5" destOrd="0" presId="urn:microsoft.com/office/officeart/2016/7/layout/RepeatingBendingProcessNew"/>
    <dgm:cxn modelId="{9D8E332C-C699-8B41-801F-BB41A2DC349B}" type="presParOf" srcId="{EDA68A7D-7938-A748-B541-F43B5FAF220F}" destId="{544D01D0-ED84-4F46-A416-3323533BABDF}" srcOrd="0" destOrd="0" presId="urn:microsoft.com/office/officeart/2016/7/layout/RepeatingBendingProcessNew"/>
    <dgm:cxn modelId="{E0C488CC-7285-A142-8EAD-4BA8EF951538}" type="presParOf" srcId="{45D68C1F-EBF9-584F-AEAF-E7B3E68FBF3D}" destId="{47939DBA-D6A1-964D-87D3-E6B79B1D82B5}" srcOrd="6"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AB58B6-C14E-D246-9587-10B257BB16A9}">
      <dsp:nvSpPr>
        <dsp:cNvPr id="0" name=""/>
        <dsp:cNvSpPr/>
      </dsp:nvSpPr>
      <dsp:spPr>
        <a:xfrm>
          <a:off x="3099701" y="732334"/>
          <a:ext cx="564936" cy="91440"/>
        </a:xfrm>
        <a:custGeom>
          <a:avLst/>
          <a:gdLst/>
          <a:ahLst/>
          <a:cxnLst/>
          <a:rect l="0" t="0" r="0" b="0"/>
          <a:pathLst>
            <a:path>
              <a:moveTo>
                <a:pt x="0" y="61768"/>
              </a:moveTo>
              <a:lnTo>
                <a:pt x="299568" y="61768"/>
              </a:lnTo>
              <a:lnTo>
                <a:pt x="299568" y="45720"/>
              </a:lnTo>
              <a:lnTo>
                <a:pt x="564936" y="45720"/>
              </a:lnTo>
            </a:path>
          </a:pathLst>
        </a:custGeom>
        <a:noFill/>
        <a:ln w="635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67275" y="775076"/>
        <a:ext cx="29787" cy="5955"/>
      </dsp:txXfrm>
    </dsp:sp>
    <dsp:sp modelId="{476EC3A2-5889-D94A-B141-DCD680A6B7F5}">
      <dsp:nvSpPr>
        <dsp:cNvPr id="0" name=""/>
        <dsp:cNvSpPr/>
      </dsp:nvSpPr>
      <dsp:spPr>
        <a:xfrm>
          <a:off x="512214" y="17316"/>
          <a:ext cx="2589287" cy="1553572"/>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6877" tIns="133180" rIns="126877" bIns="133180" numCol="1" spcCol="1270" anchor="t" anchorCtr="0">
          <a:noAutofit/>
        </a:bodyPr>
        <a:lstStyle/>
        <a:p>
          <a:pPr marL="0" lvl="0" indent="0" algn="l" defTabSz="666750">
            <a:lnSpc>
              <a:spcPct val="90000"/>
            </a:lnSpc>
            <a:spcBef>
              <a:spcPct val="0"/>
            </a:spcBef>
            <a:spcAft>
              <a:spcPct val="35000"/>
            </a:spcAft>
            <a:buNone/>
          </a:pPr>
          <a:r>
            <a:rPr lang="it-IT" sz="1500" kern="1200"/>
            <a:t>Dal report anziani:</a:t>
          </a:r>
          <a:endParaRPr lang="en-US" sz="1500" kern="1200"/>
        </a:p>
        <a:p>
          <a:pPr marL="171450" lvl="1" indent="-171450" algn="l" defTabSz="800100">
            <a:lnSpc>
              <a:spcPct val="90000"/>
            </a:lnSpc>
            <a:spcBef>
              <a:spcPct val="0"/>
            </a:spcBef>
            <a:spcAft>
              <a:spcPct val="15000"/>
            </a:spcAft>
            <a:buChar char="•"/>
          </a:pPr>
          <a:r>
            <a:rPr lang="it-IT" sz="1800" b="1" kern="1200" dirty="0"/>
            <a:t>Partire dal titolo</a:t>
          </a:r>
          <a:endParaRPr lang="en-US" sz="1800" b="1" kern="1200" dirty="0"/>
        </a:p>
      </dsp:txBody>
      <dsp:txXfrm>
        <a:off x="512214" y="17316"/>
        <a:ext cx="2589287" cy="1553572"/>
      </dsp:txXfrm>
    </dsp:sp>
    <dsp:sp modelId="{A0715B2B-1B6D-F041-90F5-BF6FB3F7C56C}">
      <dsp:nvSpPr>
        <dsp:cNvPr id="0" name=""/>
        <dsp:cNvSpPr/>
      </dsp:nvSpPr>
      <dsp:spPr>
        <a:xfrm>
          <a:off x="1806857" y="1553040"/>
          <a:ext cx="3184823" cy="564936"/>
        </a:xfrm>
        <a:custGeom>
          <a:avLst/>
          <a:gdLst/>
          <a:ahLst/>
          <a:cxnLst/>
          <a:rect l="0" t="0" r="0" b="0"/>
          <a:pathLst>
            <a:path>
              <a:moveTo>
                <a:pt x="3184823" y="0"/>
              </a:moveTo>
              <a:lnTo>
                <a:pt x="3184823" y="299568"/>
              </a:lnTo>
              <a:lnTo>
                <a:pt x="0" y="299568"/>
              </a:lnTo>
              <a:lnTo>
                <a:pt x="0" y="564936"/>
              </a:lnTo>
            </a:path>
          </a:pathLst>
        </a:custGeom>
        <a:noFill/>
        <a:ln w="635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18268" y="1832530"/>
        <a:ext cx="162001" cy="5955"/>
      </dsp:txXfrm>
    </dsp:sp>
    <dsp:sp modelId="{B16C1C69-C829-564E-A185-7EDB41B4D60A}">
      <dsp:nvSpPr>
        <dsp:cNvPr id="0" name=""/>
        <dsp:cNvSpPr/>
      </dsp:nvSpPr>
      <dsp:spPr>
        <a:xfrm>
          <a:off x="3697037" y="1268"/>
          <a:ext cx="2589287" cy="1553572"/>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6877" tIns="133180" rIns="126877" bIns="133180" numCol="1" spcCol="1270" anchor="ctr" anchorCtr="0">
          <a:noAutofit/>
        </a:bodyPr>
        <a:lstStyle/>
        <a:p>
          <a:pPr marL="0" lvl="0" indent="0" algn="ctr" defTabSz="666750">
            <a:lnSpc>
              <a:spcPct val="90000"/>
            </a:lnSpc>
            <a:spcBef>
              <a:spcPct val="0"/>
            </a:spcBef>
            <a:spcAft>
              <a:spcPct val="35000"/>
            </a:spcAft>
            <a:buNone/>
          </a:pPr>
          <a:r>
            <a:rPr lang="it-IT" sz="1500" kern="1200" dirty="0"/>
            <a:t>«Migliora la salute degli anziani ma cresce la domanda di cura e assistenza»</a:t>
          </a:r>
          <a:endParaRPr lang="en-US" sz="1500" kern="1200" dirty="0"/>
        </a:p>
      </dsp:txBody>
      <dsp:txXfrm>
        <a:off x="3697037" y="1268"/>
        <a:ext cx="2589287" cy="1553572"/>
      </dsp:txXfrm>
    </dsp:sp>
    <dsp:sp modelId="{EDA68A7D-7938-A748-B541-F43B5FAF220F}">
      <dsp:nvSpPr>
        <dsp:cNvPr id="0" name=""/>
        <dsp:cNvSpPr/>
      </dsp:nvSpPr>
      <dsp:spPr>
        <a:xfrm>
          <a:off x="3099701" y="2881442"/>
          <a:ext cx="564936" cy="91440"/>
        </a:xfrm>
        <a:custGeom>
          <a:avLst/>
          <a:gdLst/>
          <a:ahLst/>
          <a:cxnLst/>
          <a:rect l="0" t="0" r="0" b="0"/>
          <a:pathLst>
            <a:path>
              <a:moveTo>
                <a:pt x="0" y="45720"/>
              </a:moveTo>
              <a:lnTo>
                <a:pt x="564936" y="45720"/>
              </a:lnTo>
            </a:path>
          </a:pathLst>
        </a:custGeom>
        <a:noFill/>
        <a:ln w="635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67281" y="2924185"/>
        <a:ext cx="29776" cy="5955"/>
      </dsp:txXfrm>
    </dsp:sp>
    <dsp:sp modelId="{243FD99F-7EFA-5043-9731-072EA96D25EE}">
      <dsp:nvSpPr>
        <dsp:cNvPr id="0" name=""/>
        <dsp:cNvSpPr/>
      </dsp:nvSpPr>
      <dsp:spPr>
        <a:xfrm>
          <a:off x="512214" y="2150376"/>
          <a:ext cx="2589287" cy="1553572"/>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6877" tIns="133180" rIns="126877" bIns="133180" numCol="1" spcCol="1270" anchor="ctr" anchorCtr="0">
          <a:noAutofit/>
        </a:bodyPr>
        <a:lstStyle/>
        <a:p>
          <a:pPr marL="0" lvl="0" indent="0" algn="ctr" defTabSz="666750">
            <a:lnSpc>
              <a:spcPct val="90000"/>
            </a:lnSpc>
            <a:spcBef>
              <a:spcPct val="0"/>
            </a:spcBef>
            <a:spcAft>
              <a:spcPct val="35000"/>
            </a:spcAft>
            <a:buNone/>
          </a:pPr>
          <a:r>
            <a:rPr lang="it-IT" sz="1500" kern="1200"/>
            <a:t>Il titolo fa capire immediatamente che ci si sta riferendo a qualcosa di controverso: migliora la salute ma aumenta la domanda di cura? </a:t>
          </a:r>
          <a:endParaRPr lang="en-US" sz="1500" kern="1200"/>
        </a:p>
      </dsp:txBody>
      <dsp:txXfrm>
        <a:off x="512214" y="2150376"/>
        <a:ext cx="2589287" cy="1553572"/>
      </dsp:txXfrm>
    </dsp:sp>
    <dsp:sp modelId="{47939DBA-D6A1-964D-87D3-E6B79B1D82B5}">
      <dsp:nvSpPr>
        <dsp:cNvPr id="0" name=""/>
        <dsp:cNvSpPr/>
      </dsp:nvSpPr>
      <dsp:spPr>
        <a:xfrm>
          <a:off x="3697037" y="2150376"/>
          <a:ext cx="2589287" cy="1553572"/>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6877" tIns="133180" rIns="126877" bIns="133180" numCol="1" spcCol="1270" anchor="ctr" anchorCtr="0">
          <a:noAutofit/>
        </a:bodyPr>
        <a:lstStyle/>
        <a:p>
          <a:pPr marL="0" lvl="0" indent="0" algn="ctr" defTabSz="666750">
            <a:lnSpc>
              <a:spcPct val="90000"/>
            </a:lnSpc>
            <a:spcBef>
              <a:spcPct val="0"/>
            </a:spcBef>
            <a:spcAft>
              <a:spcPct val="35000"/>
            </a:spcAft>
            <a:buNone/>
          </a:pPr>
          <a:r>
            <a:rPr lang="it-IT" sz="1500" kern="1200"/>
            <a:t>Perché!?</a:t>
          </a:r>
          <a:endParaRPr lang="en-US" sz="1500" kern="1200"/>
        </a:p>
      </dsp:txBody>
      <dsp:txXfrm>
        <a:off x="3697037" y="2150376"/>
        <a:ext cx="2589287" cy="1553572"/>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84080A-D040-6E46-B328-224A9EE03969}" type="datetimeFigureOut">
              <a:rPr lang="it-IT" smtClean="0"/>
              <a:t>20/04/23</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C8A78F-EF94-3049-84EA-4C8045C23815}" type="slidenum">
              <a:rPr lang="it-IT" smtClean="0"/>
              <a:t>‹N›</a:t>
            </a:fld>
            <a:endParaRPr lang="it-IT"/>
          </a:p>
        </p:txBody>
      </p:sp>
    </p:spTree>
    <p:extLst>
      <p:ext uri="{BB962C8B-B14F-4D97-AF65-F5344CB8AC3E}">
        <p14:creationId xmlns:p14="http://schemas.microsoft.com/office/powerpoint/2010/main" val="3108379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                                                                                     </a:t>
            </a:r>
          </a:p>
        </p:txBody>
      </p:sp>
      <p:sp>
        <p:nvSpPr>
          <p:cNvPr id="4" name="Segnaposto numero diapositiva 3"/>
          <p:cNvSpPr>
            <a:spLocks noGrp="1"/>
          </p:cNvSpPr>
          <p:nvPr>
            <p:ph type="sldNum" sz="quarter" idx="5"/>
          </p:nvPr>
        </p:nvSpPr>
        <p:spPr/>
        <p:txBody>
          <a:bodyPr/>
          <a:lstStyle/>
          <a:p>
            <a:fld id="{1DC8A78F-EF94-3049-84EA-4C8045C23815}" type="slidenum">
              <a:rPr lang="it-IT" smtClean="0"/>
              <a:t>6</a:t>
            </a:fld>
            <a:endParaRPr lang="it-IT"/>
          </a:p>
        </p:txBody>
      </p:sp>
    </p:spTree>
    <p:extLst>
      <p:ext uri="{BB962C8B-B14F-4D97-AF65-F5344CB8AC3E}">
        <p14:creationId xmlns:p14="http://schemas.microsoft.com/office/powerpoint/2010/main" val="29185863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1DC8A78F-EF94-3049-84EA-4C8045C23815}" type="slidenum">
              <a:rPr lang="it-IT" smtClean="0"/>
              <a:t>13</a:t>
            </a:fld>
            <a:endParaRPr lang="it-IT"/>
          </a:p>
        </p:txBody>
      </p:sp>
    </p:spTree>
    <p:extLst>
      <p:ext uri="{BB962C8B-B14F-4D97-AF65-F5344CB8AC3E}">
        <p14:creationId xmlns:p14="http://schemas.microsoft.com/office/powerpoint/2010/main" val="2587644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DC34BD2-377A-EDC7-E778-3F139C9BD758}"/>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7E951A4B-9C4D-C376-3774-EBAC18E9016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F0238159-64CD-B9F3-1343-EE7F28C2FD5F}"/>
              </a:ext>
            </a:extLst>
          </p:cNvPr>
          <p:cNvSpPr>
            <a:spLocks noGrp="1"/>
          </p:cNvSpPr>
          <p:nvPr>
            <p:ph type="dt" sz="half" idx="10"/>
          </p:nvPr>
        </p:nvSpPr>
        <p:spPr/>
        <p:txBody>
          <a:bodyPr/>
          <a:lstStyle/>
          <a:p>
            <a:fld id="{16A91D07-4753-1B4D-8C05-DCDA5C2F6201}" type="datetimeFigureOut">
              <a:rPr lang="it-IT" smtClean="0"/>
              <a:t>20/04/23</a:t>
            </a:fld>
            <a:endParaRPr lang="it-IT"/>
          </a:p>
        </p:txBody>
      </p:sp>
      <p:sp>
        <p:nvSpPr>
          <p:cNvPr id="5" name="Segnaposto piè di pagina 4">
            <a:extLst>
              <a:ext uri="{FF2B5EF4-FFF2-40B4-BE49-F238E27FC236}">
                <a16:creationId xmlns:a16="http://schemas.microsoft.com/office/drawing/2014/main" id="{94403B68-EBA7-8961-7B54-4D3AA7445088}"/>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0191A9F2-6F36-0FC1-0BF9-B8955CBE8425}"/>
              </a:ext>
            </a:extLst>
          </p:cNvPr>
          <p:cNvSpPr>
            <a:spLocks noGrp="1"/>
          </p:cNvSpPr>
          <p:nvPr>
            <p:ph type="sldNum" sz="quarter" idx="12"/>
          </p:nvPr>
        </p:nvSpPr>
        <p:spPr/>
        <p:txBody>
          <a:bodyPr/>
          <a:lstStyle/>
          <a:p>
            <a:fld id="{1C84B437-534E-A744-81B6-070A4D3F616A}" type="slidenum">
              <a:rPr lang="it-IT" smtClean="0"/>
              <a:t>‹N›</a:t>
            </a:fld>
            <a:endParaRPr lang="it-IT"/>
          </a:p>
        </p:txBody>
      </p:sp>
    </p:spTree>
    <p:extLst>
      <p:ext uri="{BB962C8B-B14F-4D97-AF65-F5344CB8AC3E}">
        <p14:creationId xmlns:p14="http://schemas.microsoft.com/office/powerpoint/2010/main" val="1311125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B4BEA3A-06DA-B716-C897-EADBB6FAB069}"/>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912771FA-7064-F3DC-AEE0-6602F137764E}"/>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83E79B0F-E007-DC3A-8053-45DCC61E9AB1}"/>
              </a:ext>
            </a:extLst>
          </p:cNvPr>
          <p:cNvSpPr>
            <a:spLocks noGrp="1"/>
          </p:cNvSpPr>
          <p:nvPr>
            <p:ph type="dt" sz="half" idx="10"/>
          </p:nvPr>
        </p:nvSpPr>
        <p:spPr/>
        <p:txBody>
          <a:bodyPr/>
          <a:lstStyle/>
          <a:p>
            <a:fld id="{16A91D07-4753-1B4D-8C05-DCDA5C2F6201}" type="datetimeFigureOut">
              <a:rPr lang="it-IT" smtClean="0"/>
              <a:t>20/04/23</a:t>
            </a:fld>
            <a:endParaRPr lang="it-IT"/>
          </a:p>
        </p:txBody>
      </p:sp>
      <p:sp>
        <p:nvSpPr>
          <p:cNvPr id="5" name="Segnaposto piè di pagina 4">
            <a:extLst>
              <a:ext uri="{FF2B5EF4-FFF2-40B4-BE49-F238E27FC236}">
                <a16:creationId xmlns:a16="http://schemas.microsoft.com/office/drawing/2014/main" id="{C044D56D-2055-654D-ACCA-06689220FC2C}"/>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ADB09821-A0E7-95B8-FC91-BF92A6398208}"/>
              </a:ext>
            </a:extLst>
          </p:cNvPr>
          <p:cNvSpPr>
            <a:spLocks noGrp="1"/>
          </p:cNvSpPr>
          <p:nvPr>
            <p:ph type="sldNum" sz="quarter" idx="12"/>
          </p:nvPr>
        </p:nvSpPr>
        <p:spPr/>
        <p:txBody>
          <a:bodyPr/>
          <a:lstStyle/>
          <a:p>
            <a:fld id="{1C84B437-534E-A744-81B6-070A4D3F616A}" type="slidenum">
              <a:rPr lang="it-IT" smtClean="0"/>
              <a:t>‹N›</a:t>
            </a:fld>
            <a:endParaRPr lang="it-IT"/>
          </a:p>
        </p:txBody>
      </p:sp>
    </p:spTree>
    <p:extLst>
      <p:ext uri="{BB962C8B-B14F-4D97-AF65-F5344CB8AC3E}">
        <p14:creationId xmlns:p14="http://schemas.microsoft.com/office/powerpoint/2010/main" val="3271511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01813EA-EF66-102A-7B3B-ADF2A91B2A7B}"/>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28ACEC7C-4D4D-8944-A91A-83587100CE3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C682306E-3D2A-F419-CED3-D36CA42E0D27}"/>
              </a:ext>
            </a:extLst>
          </p:cNvPr>
          <p:cNvSpPr>
            <a:spLocks noGrp="1"/>
          </p:cNvSpPr>
          <p:nvPr>
            <p:ph type="dt" sz="half" idx="10"/>
          </p:nvPr>
        </p:nvSpPr>
        <p:spPr/>
        <p:txBody>
          <a:bodyPr/>
          <a:lstStyle/>
          <a:p>
            <a:fld id="{16A91D07-4753-1B4D-8C05-DCDA5C2F6201}" type="datetimeFigureOut">
              <a:rPr lang="it-IT" smtClean="0"/>
              <a:t>20/04/23</a:t>
            </a:fld>
            <a:endParaRPr lang="it-IT"/>
          </a:p>
        </p:txBody>
      </p:sp>
      <p:sp>
        <p:nvSpPr>
          <p:cNvPr id="5" name="Segnaposto piè di pagina 4">
            <a:extLst>
              <a:ext uri="{FF2B5EF4-FFF2-40B4-BE49-F238E27FC236}">
                <a16:creationId xmlns:a16="http://schemas.microsoft.com/office/drawing/2014/main" id="{E60579A8-181D-D0C9-D4C7-8D27D7EDDB8B}"/>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B84B10FD-3ED5-D8DD-D52A-1AFA185064FD}"/>
              </a:ext>
            </a:extLst>
          </p:cNvPr>
          <p:cNvSpPr>
            <a:spLocks noGrp="1"/>
          </p:cNvSpPr>
          <p:nvPr>
            <p:ph type="sldNum" sz="quarter" idx="12"/>
          </p:nvPr>
        </p:nvSpPr>
        <p:spPr/>
        <p:txBody>
          <a:bodyPr/>
          <a:lstStyle/>
          <a:p>
            <a:fld id="{1C84B437-534E-A744-81B6-070A4D3F616A}" type="slidenum">
              <a:rPr lang="it-IT" smtClean="0"/>
              <a:t>‹N›</a:t>
            </a:fld>
            <a:endParaRPr lang="it-IT"/>
          </a:p>
        </p:txBody>
      </p:sp>
    </p:spTree>
    <p:extLst>
      <p:ext uri="{BB962C8B-B14F-4D97-AF65-F5344CB8AC3E}">
        <p14:creationId xmlns:p14="http://schemas.microsoft.com/office/powerpoint/2010/main" val="28090834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4A7FD1B-3220-EF8A-FFEE-6A77407ECC8B}"/>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0EC15C6D-D244-7B64-8F70-C69498602BC8}"/>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36741D1A-F221-8011-81FE-4762AB6128C9}"/>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F9301455-011B-D42D-8501-559C113DF9BC}"/>
              </a:ext>
            </a:extLst>
          </p:cNvPr>
          <p:cNvSpPr>
            <a:spLocks noGrp="1"/>
          </p:cNvSpPr>
          <p:nvPr>
            <p:ph type="dt" sz="half" idx="10"/>
          </p:nvPr>
        </p:nvSpPr>
        <p:spPr/>
        <p:txBody>
          <a:bodyPr/>
          <a:lstStyle/>
          <a:p>
            <a:fld id="{16A91D07-4753-1B4D-8C05-DCDA5C2F6201}" type="datetimeFigureOut">
              <a:rPr lang="it-IT" smtClean="0"/>
              <a:t>20/04/23</a:t>
            </a:fld>
            <a:endParaRPr lang="it-IT"/>
          </a:p>
        </p:txBody>
      </p:sp>
      <p:sp>
        <p:nvSpPr>
          <p:cNvPr id="6" name="Segnaposto piè di pagina 5">
            <a:extLst>
              <a:ext uri="{FF2B5EF4-FFF2-40B4-BE49-F238E27FC236}">
                <a16:creationId xmlns:a16="http://schemas.microsoft.com/office/drawing/2014/main" id="{FB89A762-C2FB-0924-6175-037B5CED1963}"/>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78EE9456-78B4-C6ED-3EAF-C7BEFFE0B563}"/>
              </a:ext>
            </a:extLst>
          </p:cNvPr>
          <p:cNvSpPr>
            <a:spLocks noGrp="1"/>
          </p:cNvSpPr>
          <p:nvPr>
            <p:ph type="sldNum" sz="quarter" idx="12"/>
          </p:nvPr>
        </p:nvSpPr>
        <p:spPr/>
        <p:txBody>
          <a:bodyPr/>
          <a:lstStyle/>
          <a:p>
            <a:fld id="{1C84B437-534E-A744-81B6-070A4D3F616A}" type="slidenum">
              <a:rPr lang="it-IT" smtClean="0"/>
              <a:t>‹N›</a:t>
            </a:fld>
            <a:endParaRPr lang="it-IT"/>
          </a:p>
        </p:txBody>
      </p:sp>
    </p:spTree>
    <p:extLst>
      <p:ext uri="{BB962C8B-B14F-4D97-AF65-F5344CB8AC3E}">
        <p14:creationId xmlns:p14="http://schemas.microsoft.com/office/powerpoint/2010/main" val="1930461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DF54D0C-29D9-E645-942E-0B22C4D283C1}"/>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B49F95DB-6EA2-7696-1A84-4BAE5010C0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1140EDC8-59B4-A2E3-A57A-4AB7AA8D1480}"/>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B82EFBEF-889C-D478-5092-13158B7C32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96219D6B-4384-F8EC-E026-FD3C86C28E2A}"/>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190544C1-0425-76F7-F86E-C539C16999ED}"/>
              </a:ext>
            </a:extLst>
          </p:cNvPr>
          <p:cNvSpPr>
            <a:spLocks noGrp="1"/>
          </p:cNvSpPr>
          <p:nvPr>
            <p:ph type="dt" sz="half" idx="10"/>
          </p:nvPr>
        </p:nvSpPr>
        <p:spPr/>
        <p:txBody>
          <a:bodyPr/>
          <a:lstStyle/>
          <a:p>
            <a:fld id="{16A91D07-4753-1B4D-8C05-DCDA5C2F6201}" type="datetimeFigureOut">
              <a:rPr lang="it-IT" smtClean="0"/>
              <a:t>20/04/23</a:t>
            </a:fld>
            <a:endParaRPr lang="it-IT"/>
          </a:p>
        </p:txBody>
      </p:sp>
      <p:sp>
        <p:nvSpPr>
          <p:cNvPr id="8" name="Segnaposto piè di pagina 7">
            <a:extLst>
              <a:ext uri="{FF2B5EF4-FFF2-40B4-BE49-F238E27FC236}">
                <a16:creationId xmlns:a16="http://schemas.microsoft.com/office/drawing/2014/main" id="{95B61491-6C28-B748-6006-20A7EE6B2DF9}"/>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EDF203CB-A6AA-FB08-ED0E-B027857256BA}"/>
              </a:ext>
            </a:extLst>
          </p:cNvPr>
          <p:cNvSpPr>
            <a:spLocks noGrp="1"/>
          </p:cNvSpPr>
          <p:nvPr>
            <p:ph type="sldNum" sz="quarter" idx="12"/>
          </p:nvPr>
        </p:nvSpPr>
        <p:spPr/>
        <p:txBody>
          <a:bodyPr/>
          <a:lstStyle/>
          <a:p>
            <a:fld id="{1C84B437-534E-A744-81B6-070A4D3F616A}" type="slidenum">
              <a:rPr lang="it-IT" smtClean="0"/>
              <a:t>‹N›</a:t>
            </a:fld>
            <a:endParaRPr lang="it-IT"/>
          </a:p>
        </p:txBody>
      </p:sp>
    </p:spTree>
    <p:extLst>
      <p:ext uri="{BB962C8B-B14F-4D97-AF65-F5344CB8AC3E}">
        <p14:creationId xmlns:p14="http://schemas.microsoft.com/office/powerpoint/2010/main" val="38612617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C4D910D-E9EA-CCC0-7AE2-5A97F600A0B3}"/>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9368E83B-902C-1922-6903-07590521E182}"/>
              </a:ext>
            </a:extLst>
          </p:cNvPr>
          <p:cNvSpPr>
            <a:spLocks noGrp="1"/>
          </p:cNvSpPr>
          <p:nvPr>
            <p:ph type="dt" sz="half" idx="10"/>
          </p:nvPr>
        </p:nvSpPr>
        <p:spPr/>
        <p:txBody>
          <a:bodyPr/>
          <a:lstStyle/>
          <a:p>
            <a:fld id="{16A91D07-4753-1B4D-8C05-DCDA5C2F6201}" type="datetimeFigureOut">
              <a:rPr lang="it-IT" smtClean="0"/>
              <a:t>20/04/23</a:t>
            </a:fld>
            <a:endParaRPr lang="it-IT"/>
          </a:p>
        </p:txBody>
      </p:sp>
      <p:sp>
        <p:nvSpPr>
          <p:cNvPr id="4" name="Segnaposto piè di pagina 3">
            <a:extLst>
              <a:ext uri="{FF2B5EF4-FFF2-40B4-BE49-F238E27FC236}">
                <a16:creationId xmlns:a16="http://schemas.microsoft.com/office/drawing/2014/main" id="{421D5166-FC1D-EBE9-A9D3-2EBD0677FA5F}"/>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E94A42A4-A8F0-86A4-E37A-46E061BF0325}"/>
              </a:ext>
            </a:extLst>
          </p:cNvPr>
          <p:cNvSpPr>
            <a:spLocks noGrp="1"/>
          </p:cNvSpPr>
          <p:nvPr>
            <p:ph type="sldNum" sz="quarter" idx="12"/>
          </p:nvPr>
        </p:nvSpPr>
        <p:spPr/>
        <p:txBody>
          <a:bodyPr/>
          <a:lstStyle/>
          <a:p>
            <a:fld id="{1C84B437-534E-A744-81B6-070A4D3F616A}" type="slidenum">
              <a:rPr lang="it-IT" smtClean="0"/>
              <a:t>‹N›</a:t>
            </a:fld>
            <a:endParaRPr lang="it-IT"/>
          </a:p>
        </p:txBody>
      </p:sp>
    </p:spTree>
    <p:extLst>
      <p:ext uri="{BB962C8B-B14F-4D97-AF65-F5344CB8AC3E}">
        <p14:creationId xmlns:p14="http://schemas.microsoft.com/office/powerpoint/2010/main" val="342576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871A8BA6-A908-C39C-7B8A-3341BE838E36}"/>
              </a:ext>
            </a:extLst>
          </p:cNvPr>
          <p:cNvSpPr>
            <a:spLocks noGrp="1"/>
          </p:cNvSpPr>
          <p:nvPr>
            <p:ph type="dt" sz="half" idx="10"/>
          </p:nvPr>
        </p:nvSpPr>
        <p:spPr/>
        <p:txBody>
          <a:bodyPr/>
          <a:lstStyle/>
          <a:p>
            <a:fld id="{16A91D07-4753-1B4D-8C05-DCDA5C2F6201}" type="datetimeFigureOut">
              <a:rPr lang="it-IT" smtClean="0"/>
              <a:t>20/04/23</a:t>
            </a:fld>
            <a:endParaRPr lang="it-IT"/>
          </a:p>
        </p:txBody>
      </p:sp>
      <p:sp>
        <p:nvSpPr>
          <p:cNvPr id="3" name="Segnaposto piè di pagina 2">
            <a:extLst>
              <a:ext uri="{FF2B5EF4-FFF2-40B4-BE49-F238E27FC236}">
                <a16:creationId xmlns:a16="http://schemas.microsoft.com/office/drawing/2014/main" id="{CD883611-59D4-AD19-3B5B-67739ED70693}"/>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36A85B44-FDF3-7F18-90D2-9A30E0FF7DA0}"/>
              </a:ext>
            </a:extLst>
          </p:cNvPr>
          <p:cNvSpPr>
            <a:spLocks noGrp="1"/>
          </p:cNvSpPr>
          <p:nvPr>
            <p:ph type="sldNum" sz="quarter" idx="12"/>
          </p:nvPr>
        </p:nvSpPr>
        <p:spPr/>
        <p:txBody>
          <a:bodyPr/>
          <a:lstStyle/>
          <a:p>
            <a:fld id="{1C84B437-534E-A744-81B6-070A4D3F616A}" type="slidenum">
              <a:rPr lang="it-IT" smtClean="0"/>
              <a:t>‹N›</a:t>
            </a:fld>
            <a:endParaRPr lang="it-IT"/>
          </a:p>
        </p:txBody>
      </p:sp>
    </p:spTree>
    <p:extLst>
      <p:ext uri="{BB962C8B-B14F-4D97-AF65-F5344CB8AC3E}">
        <p14:creationId xmlns:p14="http://schemas.microsoft.com/office/powerpoint/2010/main" val="4764099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73F8016-6D83-9D39-122D-853DA849162D}"/>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340F6AE5-0F83-B18D-960D-67701B8E83C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C4577147-462A-D7A0-4482-08B3EBA84A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DE109A89-B0F5-1100-D2D1-C3092CDFFFB5}"/>
              </a:ext>
            </a:extLst>
          </p:cNvPr>
          <p:cNvSpPr>
            <a:spLocks noGrp="1"/>
          </p:cNvSpPr>
          <p:nvPr>
            <p:ph type="dt" sz="half" idx="10"/>
          </p:nvPr>
        </p:nvSpPr>
        <p:spPr/>
        <p:txBody>
          <a:bodyPr/>
          <a:lstStyle/>
          <a:p>
            <a:fld id="{16A91D07-4753-1B4D-8C05-DCDA5C2F6201}" type="datetimeFigureOut">
              <a:rPr lang="it-IT" smtClean="0"/>
              <a:t>20/04/23</a:t>
            </a:fld>
            <a:endParaRPr lang="it-IT"/>
          </a:p>
        </p:txBody>
      </p:sp>
      <p:sp>
        <p:nvSpPr>
          <p:cNvPr id="6" name="Segnaposto piè di pagina 5">
            <a:extLst>
              <a:ext uri="{FF2B5EF4-FFF2-40B4-BE49-F238E27FC236}">
                <a16:creationId xmlns:a16="http://schemas.microsoft.com/office/drawing/2014/main" id="{FA68348F-5F7B-0D18-DE50-382457A1AFBE}"/>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37A44FF1-F637-44E8-125B-B6246D7DC95A}"/>
              </a:ext>
            </a:extLst>
          </p:cNvPr>
          <p:cNvSpPr>
            <a:spLocks noGrp="1"/>
          </p:cNvSpPr>
          <p:nvPr>
            <p:ph type="sldNum" sz="quarter" idx="12"/>
          </p:nvPr>
        </p:nvSpPr>
        <p:spPr/>
        <p:txBody>
          <a:bodyPr/>
          <a:lstStyle/>
          <a:p>
            <a:fld id="{1C84B437-534E-A744-81B6-070A4D3F616A}" type="slidenum">
              <a:rPr lang="it-IT" smtClean="0"/>
              <a:t>‹N›</a:t>
            </a:fld>
            <a:endParaRPr lang="it-IT"/>
          </a:p>
        </p:txBody>
      </p:sp>
    </p:spTree>
    <p:extLst>
      <p:ext uri="{BB962C8B-B14F-4D97-AF65-F5344CB8AC3E}">
        <p14:creationId xmlns:p14="http://schemas.microsoft.com/office/powerpoint/2010/main" val="4246828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B37E4FA-E435-5556-DBE0-0CEA80E1DA84}"/>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0D6AAC9B-30E2-50EF-FFB8-EA49CC2DE5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480D323F-8039-50FB-9CE4-A78C2606BE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DC6241FD-892E-F24F-79DB-714FD4DBE19D}"/>
              </a:ext>
            </a:extLst>
          </p:cNvPr>
          <p:cNvSpPr>
            <a:spLocks noGrp="1"/>
          </p:cNvSpPr>
          <p:nvPr>
            <p:ph type="dt" sz="half" idx="10"/>
          </p:nvPr>
        </p:nvSpPr>
        <p:spPr/>
        <p:txBody>
          <a:bodyPr/>
          <a:lstStyle/>
          <a:p>
            <a:fld id="{16A91D07-4753-1B4D-8C05-DCDA5C2F6201}" type="datetimeFigureOut">
              <a:rPr lang="it-IT" smtClean="0"/>
              <a:t>20/04/23</a:t>
            </a:fld>
            <a:endParaRPr lang="it-IT"/>
          </a:p>
        </p:txBody>
      </p:sp>
      <p:sp>
        <p:nvSpPr>
          <p:cNvPr id="6" name="Segnaposto piè di pagina 5">
            <a:extLst>
              <a:ext uri="{FF2B5EF4-FFF2-40B4-BE49-F238E27FC236}">
                <a16:creationId xmlns:a16="http://schemas.microsoft.com/office/drawing/2014/main" id="{30EE40F8-388E-EF1E-2D72-A1F5B876F581}"/>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7A9FA631-0C9D-61C8-A34E-07543FF57894}"/>
              </a:ext>
            </a:extLst>
          </p:cNvPr>
          <p:cNvSpPr>
            <a:spLocks noGrp="1"/>
          </p:cNvSpPr>
          <p:nvPr>
            <p:ph type="sldNum" sz="quarter" idx="12"/>
          </p:nvPr>
        </p:nvSpPr>
        <p:spPr/>
        <p:txBody>
          <a:bodyPr/>
          <a:lstStyle/>
          <a:p>
            <a:fld id="{1C84B437-534E-A744-81B6-070A4D3F616A}" type="slidenum">
              <a:rPr lang="it-IT" smtClean="0"/>
              <a:t>‹N›</a:t>
            </a:fld>
            <a:endParaRPr lang="it-IT"/>
          </a:p>
        </p:txBody>
      </p:sp>
    </p:spTree>
    <p:extLst>
      <p:ext uri="{BB962C8B-B14F-4D97-AF65-F5344CB8AC3E}">
        <p14:creationId xmlns:p14="http://schemas.microsoft.com/office/powerpoint/2010/main" val="22229372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6C1EBE5-4293-2EF0-BCDF-F05B570AD731}"/>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300F3CE9-41C1-A449-DB0D-49EFF5FA9A51}"/>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F83E4530-173C-BE12-A8BE-BB2AE85CBB2D}"/>
              </a:ext>
            </a:extLst>
          </p:cNvPr>
          <p:cNvSpPr>
            <a:spLocks noGrp="1"/>
          </p:cNvSpPr>
          <p:nvPr>
            <p:ph type="dt" sz="half" idx="10"/>
          </p:nvPr>
        </p:nvSpPr>
        <p:spPr/>
        <p:txBody>
          <a:bodyPr/>
          <a:lstStyle/>
          <a:p>
            <a:fld id="{16A91D07-4753-1B4D-8C05-DCDA5C2F6201}" type="datetimeFigureOut">
              <a:rPr lang="it-IT" smtClean="0"/>
              <a:t>20/04/23</a:t>
            </a:fld>
            <a:endParaRPr lang="it-IT"/>
          </a:p>
        </p:txBody>
      </p:sp>
      <p:sp>
        <p:nvSpPr>
          <p:cNvPr id="5" name="Segnaposto piè di pagina 4">
            <a:extLst>
              <a:ext uri="{FF2B5EF4-FFF2-40B4-BE49-F238E27FC236}">
                <a16:creationId xmlns:a16="http://schemas.microsoft.com/office/drawing/2014/main" id="{67BE4689-BF04-BFAC-4ABB-8991BDFE9E1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CD7FC74E-53E8-365F-D919-2ADB4BA89777}"/>
              </a:ext>
            </a:extLst>
          </p:cNvPr>
          <p:cNvSpPr>
            <a:spLocks noGrp="1"/>
          </p:cNvSpPr>
          <p:nvPr>
            <p:ph type="sldNum" sz="quarter" idx="12"/>
          </p:nvPr>
        </p:nvSpPr>
        <p:spPr/>
        <p:txBody>
          <a:bodyPr/>
          <a:lstStyle/>
          <a:p>
            <a:fld id="{1C84B437-534E-A744-81B6-070A4D3F616A}" type="slidenum">
              <a:rPr lang="it-IT" smtClean="0"/>
              <a:t>‹N›</a:t>
            </a:fld>
            <a:endParaRPr lang="it-IT"/>
          </a:p>
        </p:txBody>
      </p:sp>
    </p:spTree>
    <p:extLst>
      <p:ext uri="{BB962C8B-B14F-4D97-AF65-F5344CB8AC3E}">
        <p14:creationId xmlns:p14="http://schemas.microsoft.com/office/powerpoint/2010/main" val="16759808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E2D3D113-9893-173D-31F2-593DE8B6AA50}"/>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32DB70DF-460A-DF04-59E8-3584B3DAD85E}"/>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CAAEAF28-14E8-ADF4-95AF-5CB6DFD42869}"/>
              </a:ext>
            </a:extLst>
          </p:cNvPr>
          <p:cNvSpPr>
            <a:spLocks noGrp="1"/>
          </p:cNvSpPr>
          <p:nvPr>
            <p:ph type="dt" sz="half" idx="10"/>
          </p:nvPr>
        </p:nvSpPr>
        <p:spPr/>
        <p:txBody>
          <a:bodyPr/>
          <a:lstStyle/>
          <a:p>
            <a:fld id="{16A91D07-4753-1B4D-8C05-DCDA5C2F6201}" type="datetimeFigureOut">
              <a:rPr lang="it-IT" smtClean="0"/>
              <a:t>20/04/23</a:t>
            </a:fld>
            <a:endParaRPr lang="it-IT"/>
          </a:p>
        </p:txBody>
      </p:sp>
      <p:sp>
        <p:nvSpPr>
          <p:cNvPr id="5" name="Segnaposto piè di pagina 4">
            <a:extLst>
              <a:ext uri="{FF2B5EF4-FFF2-40B4-BE49-F238E27FC236}">
                <a16:creationId xmlns:a16="http://schemas.microsoft.com/office/drawing/2014/main" id="{536F57E2-2171-3876-5472-343D8B43E36A}"/>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100AC251-242E-C35A-5830-EE49BA4EABDD}"/>
              </a:ext>
            </a:extLst>
          </p:cNvPr>
          <p:cNvSpPr>
            <a:spLocks noGrp="1"/>
          </p:cNvSpPr>
          <p:nvPr>
            <p:ph type="sldNum" sz="quarter" idx="12"/>
          </p:nvPr>
        </p:nvSpPr>
        <p:spPr/>
        <p:txBody>
          <a:bodyPr/>
          <a:lstStyle/>
          <a:p>
            <a:fld id="{1C84B437-534E-A744-81B6-070A4D3F616A}" type="slidenum">
              <a:rPr lang="it-IT" smtClean="0"/>
              <a:t>‹N›</a:t>
            </a:fld>
            <a:endParaRPr lang="it-IT"/>
          </a:p>
        </p:txBody>
      </p:sp>
    </p:spTree>
    <p:extLst>
      <p:ext uri="{BB962C8B-B14F-4D97-AF65-F5344CB8AC3E}">
        <p14:creationId xmlns:p14="http://schemas.microsoft.com/office/powerpoint/2010/main" val="699188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F6C668EE-D481-4FA6-DF4B-EEBE3C8E94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29A99DE9-7F93-8B58-49CC-2D4AA06AE9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D03D19B8-023A-B0FD-AC04-DEA3C963D2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A91D07-4753-1B4D-8C05-DCDA5C2F6201}" type="datetimeFigureOut">
              <a:rPr lang="it-IT" smtClean="0"/>
              <a:t>20/04/23</a:t>
            </a:fld>
            <a:endParaRPr lang="it-IT"/>
          </a:p>
        </p:txBody>
      </p:sp>
      <p:sp>
        <p:nvSpPr>
          <p:cNvPr id="5" name="Segnaposto piè di pagina 4">
            <a:extLst>
              <a:ext uri="{FF2B5EF4-FFF2-40B4-BE49-F238E27FC236}">
                <a16:creationId xmlns:a16="http://schemas.microsoft.com/office/drawing/2014/main" id="{1B06AAB4-17BC-C420-817B-CF67C27852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a:extLst>
              <a:ext uri="{FF2B5EF4-FFF2-40B4-BE49-F238E27FC236}">
                <a16:creationId xmlns:a16="http://schemas.microsoft.com/office/drawing/2014/main" id="{8192C083-6526-419D-637C-8D29CC4AA4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84B437-534E-A744-81B6-070A4D3F616A}" type="slidenum">
              <a:rPr lang="it-IT" smtClean="0"/>
              <a:t>‹N›</a:t>
            </a:fld>
            <a:endParaRPr lang="it-IT"/>
          </a:p>
        </p:txBody>
      </p:sp>
    </p:spTree>
    <p:extLst>
      <p:ext uri="{BB962C8B-B14F-4D97-AF65-F5344CB8AC3E}">
        <p14:creationId xmlns:p14="http://schemas.microsoft.com/office/powerpoint/2010/main" val="29783362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8.sv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olo 1">
            <a:extLst>
              <a:ext uri="{FF2B5EF4-FFF2-40B4-BE49-F238E27FC236}">
                <a16:creationId xmlns:a16="http://schemas.microsoft.com/office/drawing/2014/main" id="{B2AB6610-12F6-7225-C5CF-E7C0F9AE4DE4}"/>
              </a:ext>
            </a:extLst>
          </p:cNvPr>
          <p:cNvSpPr>
            <a:spLocks noGrp="1"/>
          </p:cNvSpPr>
          <p:nvPr>
            <p:ph type="ctrTitle"/>
          </p:nvPr>
        </p:nvSpPr>
        <p:spPr>
          <a:xfrm>
            <a:off x="1524003" y="1999615"/>
            <a:ext cx="9144000" cy="2764028"/>
          </a:xfrm>
        </p:spPr>
        <p:txBody>
          <a:bodyPr anchor="ctr">
            <a:normAutofit/>
          </a:bodyPr>
          <a:lstStyle/>
          <a:p>
            <a:r>
              <a:rPr lang="it-IT" sz="4500" b="1" dirty="0">
                <a:effectLst/>
                <a:latin typeface="TimesNewRomanPS"/>
                <a:ea typeface="Calibri" panose="020F0502020204030204" pitchFamily="34" charset="0"/>
                <a:cs typeface="Times New Roman" panose="02020603050405020304" pitchFamily="18" charset="0"/>
              </a:rPr>
              <a:t>Redazione di una relazione professionale sulla base dell’analisi di documenti, tabelle, dati. </a:t>
            </a:r>
            <a:endParaRPr lang="it-IT" sz="4500" dirty="0"/>
          </a:p>
        </p:txBody>
      </p:sp>
      <p:sp>
        <p:nvSpPr>
          <p:cNvPr id="3" name="Sottotitolo 2">
            <a:extLst>
              <a:ext uri="{FF2B5EF4-FFF2-40B4-BE49-F238E27FC236}">
                <a16:creationId xmlns:a16="http://schemas.microsoft.com/office/drawing/2014/main" id="{C82A84FC-247C-C5BA-C984-7F559F3FA4FB}"/>
              </a:ext>
            </a:extLst>
          </p:cNvPr>
          <p:cNvSpPr>
            <a:spLocks noGrp="1"/>
          </p:cNvSpPr>
          <p:nvPr>
            <p:ph type="subTitle" idx="1"/>
          </p:nvPr>
        </p:nvSpPr>
        <p:spPr>
          <a:xfrm>
            <a:off x="1966912" y="5645150"/>
            <a:ext cx="8258176" cy="631825"/>
          </a:xfrm>
        </p:spPr>
        <p:txBody>
          <a:bodyPr anchor="ctr">
            <a:normAutofit/>
          </a:bodyPr>
          <a:lstStyle/>
          <a:p>
            <a:r>
              <a:rPr lang="it-IT" sz="2800"/>
              <a:t>Interventi per Anziani </a:t>
            </a:r>
          </a:p>
        </p:txBody>
      </p:sp>
      <p:sp>
        <p:nvSpPr>
          <p:cNvPr id="14" name="Rectangle 13">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384242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066E6CEE-B41B-01C3-0695-957DF680D98E}"/>
              </a:ext>
            </a:extLst>
          </p:cNvPr>
          <p:cNvSpPr>
            <a:spLocks noGrp="1"/>
          </p:cNvSpPr>
          <p:nvPr>
            <p:ph type="title"/>
          </p:nvPr>
        </p:nvSpPr>
        <p:spPr>
          <a:xfrm>
            <a:off x="6094105" y="802955"/>
            <a:ext cx="4977976" cy="1454051"/>
          </a:xfrm>
        </p:spPr>
        <p:txBody>
          <a:bodyPr>
            <a:normAutofit/>
          </a:bodyPr>
          <a:lstStyle/>
          <a:p>
            <a:r>
              <a:rPr lang="it-IT" sz="3600" dirty="0">
                <a:solidFill>
                  <a:schemeClr val="tx2"/>
                </a:solidFill>
              </a:rPr>
              <a:t>Il report Anziani ISTAT</a:t>
            </a:r>
          </a:p>
        </p:txBody>
      </p:sp>
      <p:pic>
        <p:nvPicPr>
          <p:cNvPr id="7" name="Graphic 6" descr="Person with Cane">
            <a:extLst>
              <a:ext uri="{FF2B5EF4-FFF2-40B4-BE49-F238E27FC236}">
                <a16:creationId xmlns:a16="http://schemas.microsoft.com/office/drawing/2014/main" id="{F4C85C46-52B8-EC78-9241-367E5FC0B2B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951" y="1793846"/>
            <a:ext cx="3620021" cy="3620021"/>
          </a:xfrm>
          <a:prstGeom prst="rect">
            <a:avLst/>
          </a:prstGeom>
        </p:spPr>
      </p:pic>
      <p:sp>
        <p:nvSpPr>
          <p:cNvPr id="3" name="Segnaposto contenuto 2">
            <a:extLst>
              <a:ext uri="{FF2B5EF4-FFF2-40B4-BE49-F238E27FC236}">
                <a16:creationId xmlns:a16="http://schemas.microsoft.com/office/drawing/2014/main" id="{5EBC1B1C-B761-CDD3-25C0-4DD99C91479B}"/>
              </a:ext>
            </a:extLst>
          </p:cNvPr>
          <p:cNvSpPr>
            <a:spLocks noGrp="1"/>
          </p:cNvSpPr>
          <p:nvPr>
            <p:ph idx="1"/>
          </p:nvPr>
        </p:nvSpPr>
        <p:spPr>
          <a:xfrm>
            <a:off x="6090574" y="2421682"/>
            <a:ext cx="4977578" cy="3639289"/>
          </a:xfrm>
        </p:spPr>
        <p:txBody>
          <a:bodyPr anchor="ctr">
            <a:normAutofit/>
          </a:bodyPr>
          <a:lstStyle/>
          <a:p>
            <a:pPr algn="just"/>
            <a:r>
              <a:rPr lang="it-IT" sz="1800" dirty="0">
                <a:solidFill>
                  <a:schemeClr val="tx2"/>
                </a:solidFill>
              </a:rPr>
              <a:t>Organizza tutta una serie di dati sulla popolazione interessata descrivendo la situazione degli Anziani in Italia circa il loro stato di salute e il bisogno di assistenza</a:t>
            </a:r>
          </a:p>
          <a:p>
            <a:pPr marL="0" indent="0" algn="just">
              <a:buNone/>
            </a:pPr>
            <a:r>
              <a:rPr lang="it-IT" sz="1800" dirty="0">
                <a:solidFill>
                  <a:schemeClr val="tx2"/>
                </a:solidFill>
              </a:rPr>
              <a:t>Questi dati vengono poi chiamati: «</a:t>
            </a:r>
            <a:r>
              <a:rPr lang="it-IT" sz="1800" b="0" i="0" u="none" strike="noStrike" dirty="0">
                <a:solidFill>
                  <a:schemeClr val="tx2"/>
                </a:solidFill>
                <a:effectLst/>
                <a:latin typeface="Google Sans"/>
              </a:rPr>
              <a:t>indicatori di salute»: e sono un insieme di </a:t>
            </a:r>
            <a:r>
              <a:rPr lang="it-IT" sz="1800" b="1" i="1" u="none" strike="noStrike" dirty="0">
                <a:solidFill>
                  <a:schemeClr val="tx2"/>
                </a:solidFill>
                <a:effectLst/>
                <a:latin typeface="Google Sans"/>
              </a:rPr>
              <a:t>dati di sorveglianza </a:t>
            </a:r>
            <a:r>
              <a:rPr lang="it-IT" sz="1800" b="0" i="0" u="none" strike="noStrike" dirty="0">
                <a:solidFill>
                  <a:schemeClr val="tx2"/>
                </a:solidFill>
                <a:effectLst/>
                <a:latin typeface="Google Sans"/>
              </a:rPr>
              <a:t>analizzati in modo da fornire una valutazione dello stato di salute della popolazione, per stabilire in modo appropriato priorità e azioni (interventi, servizi e prestazioni) da intraprendere per la salute pubblica.</a:t>
            </a:r>
            <a:endParaRPr lang="it-IT" sz="1800" dirty="0">
              <a:solidFill>
                <a:schemeClr val="tx2"/>
              </a:solidFill>
            </a:endParaRP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9294582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E031F98E-4014-6FC6-BC50-EF6A31167DCC}"/>
              </a:ext>
            </a:extLst>
          </p:cNvPr>
          <p:cNvSpPr>
            <a:spLocks noGrp="1"/>
          </p:cNvSpPr>
          <p:nvPr>
            <p:ph type="title"/>
          </p:nvPr>
        </p:nvSpPr>
        <p:spPr>
          <a:xfrm>
            <a:off x="836679" y="723898"/>
            <a:ext cx="6002110" cy="1495425"/>
          </a:xfrm>
        </p:spPr>
        <p:txBody>
          <a:bodyPr>
            <a:normAutofit fontScale="90000"/>
          </a:bodyPr>
          <a:lstStyle/>
          <a:p>
            <a:r>
              <a:rPr lang="it-IT" sz="4000" dirty="0"/>
              <a:t>Cosa devi fare per realizzare una </a:t>
            </a:r>
            <a:r>
              <a:rPr lang="it-IT" sz="4000" b="1" i="1" dirty="0"/>
              <a:t>Relazione Professionale?</a:t>
            </a:r>
          </a:p>
        </p:txBody>
      </p:sp>
      <p:sp>
        <p:nvSpPr>
          <p:cNvPr id="3" name="Segnaposto contenuto 2">
            <a:extLst>
              <a:ext uri="{FF2B5EF4-FFF2-40B4-BE49-F238E27FC236}">
                <a16:creationId xmlns:a16="http://schemas.microsoft.com/office/drawing/2014/main" id="{6B2FB8A8-DFC9-7895-2180-8540C9103A2D}"/>
              </a:ext>
            </a:extLst>
          </p:cNvPr>
          <p:cNvSpPr>
            <a:spLocks noGrp="1"/>
          </p:cNvSpPr>
          <p:nvPr>
            <p:ph idx="1"/>
          </p:nvPr>
        </p:nvSpPr>
        <p:spPr>
          <a:xfrm>
            <a:off x="836680" y="2405067"/>
            <a:ext cx="6002110" cy="3729034"/>
          </a:xfrm>
        </p:spPr>
        <p:txBody>
          <a:bodyPr>
            <a:normAutofit lnSpcReduction="10000"/>
          </a:bodyPr>
          <a:lstStyle/>
          <a:p>
            <a:pPr algn="just"/>
            <a:r>
              <a:rPr lang="it-IT" sz="2000" dirty="0"/>
              <a:t>Al candidato (se sarà questa la tipologia inviata dal Ministero) è richiesto di </a:t>
            </a:r>
            <a:r>
              <a:rPr lang="it-IT" sz="2000" b="1" dirty="0"/>
              <a:t>esaminare dei documenti e in qualità di qualità̀ di operatore dei servizi sociali </a:t>
            </a:r>
            <a:r>
              <a:rPr lang="it-IT" sz="2000" dirty="0"/>
              <a:t>dovrà:</a:t>
            </a:r>
          </a:p>
          <a:p>
            <a:pPr marL="914400" lvl="1" indent="-457200" algn="just">
              <a:buFont typeface="+mj-lt"/>
              <a:buAutoNum type="arabicPeriod"/>
            </a:pPr>
            <a:r>
              <a:rPr lang="it-IT" sz="2000" dirty="0"/>
              <a:t>elaborare una relazione destinata a un ente o centro specifico (es. responsabile servizi, Regione, Asl, Conferenza PLUS, ecc.)</a:t>
            </a:r>
          </a:p>
          <a:p>
            <a:pPr marL="914400" lvl="1" indent="-457200" algn="just">
              <a:buFont typeface="+mj-lt"/>
              <a:buAutoNum type="arabicPeriod"/>
            </a:pPr>
            <a:r>
              <a:rPr lang="it-IT" sz="2000" dirty="0"/>
              <a:t>La relazione ha lo scopo di organizzare informazioni attendibili e presentarle in modo chiaro</a:t>
            </a:r>
          </a:p>
          <a:p>
            <a:pPr marL="914400" lvl="1" indent="-457200" algn="just">
              <a:buFont typeface="+mj-lt"/>
              <a:buAutoNum type="arabicPeriod"/>
            </a:pPr>
            <a:r>
              <a:rPr lang="it-IT" sz="2000" dirty="0"/>
              <a:t>Ciò che viene presentato deve essere funzionale alla fruizione dei servizi inerenti la situazione problematica descritta/rappresentata nei documenti </a:t>
            </a:r>
          </a:p>
          <a:p>
            <a:pPr lvl="1"/>
            <a:endParaRPr lang="it-IT" sz="2000" dirty="0"/>
          </a:p>
        </p:txBody>
      </p:sp>
      <p:pic>
        <p:nvPicPr>
          <p:cNvPr id="5" name="Picture 4" descr="Lampadina su sfondo giallo con cavo e fasci di luce disegnati">
            <a:extLst>
              <a:ext uri="{FF2B5EF4-FFF2-40B4-BE49-F238E27FC236}">
                <a16:creationId xmlns:a16="http://schemas.microsoft.com/office/drawing/2014/main" id="{E143EBE7-BF68-BB2A-D275-BB1894767D58}"/>
              </a:ext>
            </a:extLst>
          </p:cNvPr>
          <p:cNvPicPr>
            <a:picLocks noChangeAspect="1"/>
          </p:cNvPicPr>
          <p:nvPr/>
        </p:nvPicPr>
        <p:blipFill rotWithShape="1">
          <a:blip r:embed="rId2"/>
          <a:srcRect l="49743" r="5485"/>
          <a:stretch/>
        </p:blipFill>
        <p:spPr>
          <a:xfrm>
            <a:off x="7199440" y="10"/>
            <a:ext cx="4992560" cy="6857990"/>
          </a:xfrm>
          <a:prstGeom prst="rect">
            <a:avLst/>
          </a:prstGeom>
          <a:effectLst/>
        </p:spPr>
      </p:pic>
    </p:spTree>
    <p:extLst>
      <p:ext uri="{BB962C8B-B14F-4D97-AF65-F5344CB8AC3E}">
        <p14:creationId xmlns:p14="http://schemas.microsoft.com/office/powerpoint/2010/main" val="29049997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D69BFD1F-9219-25E0-D257-4E84B9912CE0}"/>
              </a:ext>
            </a:extLst>
          </p:cNvPr>
          <p:cNvSpPr>
            <a:spLocks noGrp="1"/>
          </p:cNvSpPr>
          <p:nvPr>
            <p:ph type="title"/>
          </p:nvPr>
        </p:nvSpPr>
        <p:spPr>
          <a:xfrm>
            <a:off x="5297762" y="329184"/>
            <a:ext cx="6251110" cy="1783080"/>
          </a:xfrm>
        </p:spPr>
        <p:txBody>
          <a:bodyPr anchor="b">
            <a:normAutofit/>
          </a:bodyPr>
          <a:lstStyle/>
          <a:p>
            <a:r>
              <a:rPr lang="it-IT" sz="5400" dirty="0"/>
              <a:t>Da dove partire?</a:t>
            </a:r>
          </a:p>
        </p:txBody>
      </p:sp>
      <p:pic>
        <p:nvPicPr>
          <p:cNvPr id="5" name="Picture 4" descr="Punto esclamativo su uno sfondo giallo">
            <a:extLst>
              <a:ext uri="{FF2B5EF4-FFF2-40B4-BE49-F238E27FC236}">
                <a16:creationId xmlns:a16="http://schemas.microsoft.com/office/drawing/2014/main" id="{6153A2CE-3F8C-35B6-2F9E-C1DBD18A91A3}"/>
              </a:ext>
            </a:extLst>
          </p:cNvPr>
          <p:cNvPicPr>
            <a:picLocks noChangeAspect="1"/>
          </p:cNvPicPr>
          <p:nvPr/>
        </p:nvPicPr>
        <p:blipFill rotWithShape="1">
          <a:blip r:embed="rId2"/>
          <a:srcRect l="30992" r="18075"/>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92B5015E-B57C-BE7E-3CBA-61247EF8CBDB}"/>
              </a:ext>
            </a:extLst>
          </p:cNvPr>
          <p:cNvSpPr>
            <a:spLocks noGrp="1"/>
          </p:cNvSpPr>
          <p:nvPr>
            <p:ph idx="1"/>
          </p:nvPr>
        </p:nvSpPr>
        <p:spPr>
          <a:xfrm>
            <a:off x="5297762" y="2706624"/>
            <a:ext cx="6251110" cy="3483864"/>
          </a:xfrm>
        </p:spPr>
        <p:txBody>
          <a:bodyPr>
            <a:normAutofit fontScale="92500" lnSpcReduction="10000"/>
          </a:bodyPr>
          <a:lstStyle/>
          <a:p>
            <a:r>
              <a:rPr lang="it-IT" sz="1900" b="1" dirty="0"/>
              <a:t>Punto 1 - Individuare i/le destinatari/destinatarie della relazione</a:t>
            </a:r>
          </a:p>
          <a:p>
            <a:pPr lvl="1"/>
            <a:r>
              <a:rPr lang="it-IT" sz="1900" dirty="0"/>
              <a:t>Dopo aver individuato destinatari della relazione, ad esempio la Conferenza dei servizi del Piano di Zona - ( in Sardegna il Piano Locale Unitario dei Servizi alla Persona – L. 328/2000) cioè l’organo decisionale costituito dai Sindaci dei comuni afferenti al PLUS, dai responsabili dei servizi sociali e dalle associazioni del territorio - si dovrà descrivere la situazione e il problema.</a:t>
            </a:r>
          </a:p>
          <a:p>
            <a:pPr lvl="1"/>
            <a:endParaRPr lang="it-IT" sz="1900" dirty="0"/>
          </a:p>
          <a:p>
            <a:pPr marL="0" indent="0">
              <a:buNone/>
            </a:pPr>
            <a:r>
              <a:rPr lang="it-IT" sz="1900" dirty="0"/>
              <a:t>Ipotizziamo che tra i documenti forniti per la 2° prova alcuni provengano dal </a:t>
            </a:r>
            <a:r>
              <a:rPr lang="it-IT" sz="1900" b="1" dirty="0"/>
              <a:t>report anziani dell'ISTAT 2019 - </a:t>
            </a:r>
            <a:r>
              <a:rPr lang="it-IT" sz="1900" dirty="0"/>
              <a:t>esso contiene molteplici spunti e numerosi dati.</a:t>
            </a:r>
          </a:p>
          <a:p>
            <a:pPr marL="0" indent="0">
              <a:buNone/>
            </a:pPr>
            <a:endParaRPr lang="it-IT" sz="1900" dirty="0"/>
          </a:p>
          <a:p>
            <a:pPr marL="0" indent="0">
              <a:buNone/>
            </a:pPr>
            <a:endParaRPr lang="it-IT" sz="1900" dirty="0"/>
          </a:p>
        </p:txBody>
      </p:sp>
    </p:spTree>
    <p:extLst>
      <p:ext uri="{BB962C8B-B14F-4D97-AF65-F5344CB8AC3E}">
        <p14:creationId xmlns:p14="http://schemas.microsoft.com/office/powerpoint/2010/main" val="3484771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3E7BAE25-8444-E045-372F-A8637E264C7A}"/>
              </a:ext>
            </a:extLst>
          </p:cNvPr>
          <p:cNvSpPr>
            <a:spLocks noGrp="1"/>
          </p:cNvSpPr>
          <p:nvPr>
            <p:ph type="title"/>
          </p:nvPr>
        </p:nvSpPr>
        <p:spPr>
          <a:xfrm>
            <a:off x="4553733" y="548464"/>
            <a:ext cx="6798541" cy="1675623"/>
          </a:xfrm>
        </p:spPr>
        <p:txBody>
          <a:bodyPr anchor="b">
            <a:normAutofit/>
          </a:bodyPr>
          <a:lstStyle/>
          <a:p>
            <a:r>
              <a:rPr lang="it-IT" sz="4000" dirty="0"/>
              <a:t>Come leggere i dati, i documenti le tabelle e come presentarli?</a:t>
            </a:r>
          </a:p>
        </p:txBody>
      </p:sp>
      <p:pic>
        <p:nvPicPr>
          <p:cNvPr id="7" name="Picture 6">
            <a:extLst>
              <a:ext uri="{FF2B5EF4-FFF2-40B4-BE49-F238E27FC236}">
                <a16:creationId xmlns:a16="http://schemas.microsoft.com/office/drawing/2014/main" id="{0D313E61-C882-39D8-0728-8967442C12D5}"/>
              </a:ext>
            </a:extLst>
          </p:cNvPr>
          <p:cNvPicPr>
            <a:picLocks noChangeAspect="1"/>
          </p:cNvPicPr>
          <p:nvPr/>
        </p:nvPicPr>
        <p:blipFill rotWithShape="1">
          <a:blip r:embed="rId2"/>
          <a:srcRect l="34059" r="31521"/>
          <a:stretch/>
        </p:blipFill>
        <p:spPr>
          <a:xfrm>
            <a:off x="1" y="10"/>
            <a:ext cx="4196496" cy="6857990"/>
          </a:xfrm>
          <a:prstGeom prst="rect">
            <a:avLst/>
          </a:prstGeom>
          <a:effectLst/>
        </p:spPr>
      </p:pic>
      <p:graphicFrame>
        <p:nvGraphicFramePr>
          <p:cNvPr id="5" name="Segnaposto contenuto 2">
            <a:extLst>
              <a:ext uri="{FF2B5EF4-FFF2-40B4-BE49-F238E27FC236}">
                <a16:creationId xmlns:a16="http://schemas.microsoft.com/office/drawing/2014/main" id="{BD49BC89-F073-4C03-529D-FCDDBCF48900}"/>
              </a:ext>
            </a:extLst>
          </p:cNvPr>
          <p:cNvGraphicFramePr>
            <a:graphicFrameLocks noGrp="1"/>
          </p:cNvGraphicFramePr>
          <p:nvPr>
            <p:ph idx="1"/>
            <p:extLst>
              <p:ext uri="{D42A27DB-BD31-4B8C-83A1-F6EECF244321}">
                <p14:modId xmlns:p14="http://schemas.microsoft.com/office/powerpoint/2010/main" val="1479529130"/>
              </p:ext>
            </p:extLst>
          </p:nvPr>
        </p:nvGraphicFramePr>
        <p:xfrm>
          <a:off x="4553734" y="2409830"/>
          <a:ext cx="6798539" cy="37052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634659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1CB0043-0A7E-F6BB-E692-155CB079B27C}"/>
              </a:ext>
            </a:extLst>
          </p:cNvPr>
          <p:cNvSpPr>
            <a:spLocks noGrp="1"/>
          </p:cNvSpPr>
          <p:nvPr>
            <p:ph type="title"/>
          </p:nvPr>
        </p:nvSpPr>
        <p:spPr>
          <a:xfrm>
            <a:off x="481013" y="3752849"/>
            <a:ext cx="3290887" cy="2452687"/>
          </a:xfrm>
        </p:spPr>
        <p:txBody>
          <a:bodyPr anchor="ctr">
            <a:normAutofit fontScale="90000"/>
          </a:bodyPr>
          <a:lstStyle/>
          <a:p>
            <a:r>
              <a:rPr lang="it-IT" sz="3300" dirty="0"/>
              <a:t>Aprire con una </a:t>
            </a:r>
            <a:r>
              <a:rPr lang="it-IT" sz="3300" b="1" i="1" dirty="0"/>
              <a:t>descrizione generale e introduttiva </a:t>
            </a:r>
            <a:r>
              <a:rPr lang="it-IT" sz="3300" dirty="0"/>
              <a:t>della </a:t>
            </a:r>
            <a:r>
              <a:rPr lang="it-IT" sz="3300" b="1" i="1" dirty="0"/>
              <a:t>situazione problematica</a:t>
            </a:r>
          </a:p>
        </p:txBody>
      </p:sp>
      <p:pic>
        <p:nvPicPr>
          <p:cNvPr id="5" name="Immagine 4" descr="Immagine che contiene tavolo&#10;&#10;Descrizione generata automaticamente">
            <a:extLst>
              <a:ext uri="{FF2B5EF4-FFF2-40B4-BE49-F238E27FC236}">
                <a16:creationId xmlns:a16="http://schemas.microsoft.com/office/drawing/2014/main" id="{3FDAB2A7-DE53-D0F7-988C-E9AD2558DFB0}"/>
              </a:ext>
            </a:extLst>
          </p:cNvPr>
          <p:cNvPicPr>
            <a:picLocks noChangeAspect="1"/>
          </p:cNvPicPr>
          <p:nvPr/>
        </p:nvPicPr>
        <p:blipFill rotWithShape="1">
          <a:blip r:embed="rId3"/>
          <a:srcRect t="5516" b="32688"/>
          <a:stretch/>
        </p:blipFill>
        <p:spPr>
          <a:xfrm>
            <a:off x="20" y="-1"/>
            <a:ext cx="12195256" cy="3711600"/>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Segnaposto contenuto 2">
            <a:extLst>
              <a:ext uri="{FF2B5EF4-FFF2-40B4-BE49-F238E27FC236}">
                <a16:creationId xmlns:a16="http://schemas.microsoft.com/office/drawing/2014/main" id="{ADE673AC-D3D2-DFC6-B66B-9856368F3726}"/>
              </a:ext>
            </a:extLst>
          </p:cNvPr>
          <p:cNvSpPr>
            <a:spLocks noGrp="1"/>
          </p:cNvSpPr>
          <p:nvPr>
            <p:ph idx="1"/>
          </p:nvPr>
        </p:nvSpPr>
        <p:spPr>
          <a:xfrm>
            <a:off x="4223982" y="3752850"/>
            <a:ext cx="7485413" cy="2844720"/>
          </a:xfrm>
        </p:spPr>
        <p:txBody>
          <a:bodyPr anchor="ctr">
            <a:normAutofit/>
          </a:bodyPr>
          <a:lstStyle/>
          <a:p>
            <a:pPr marL="0" indent="0">
              <a:buNone/>
            </a:pPr>
            <a:r>
              <a:rPr lang="it-IT" sz="1200" b="1" dirty="0"/>
              <a:t>Trend delle società occidentali, alcuni dati sono a noi già noti altri li acquisiamo dai documenti forniti:</a:t>
            </a:r>
          </a:p>
          <a:p>
            <a:pPr>
              <a:buFont typeface="Wingdings" pitchFamily="2" charset="2"/>
              <a:buChar char="Ø"/>
            </a:pPr>
            <a:r>
              <a:rPr lang="it-IT" sz="1200" dirty="0"/>
              <a:t>Aumento della speranza di vita. Nel 2019, si conferma il lento progressivo aumento della speranza di vita, che a 65 anni è di 19,4 anni per gli uomini e di 22,4 anni per le donne. (Pag. 2 report)</a:t>
            </a:r>
          </a:p>
          <a:p>
            <a:pPr>
              <a:buFont typeface="Wingdings" pitchFamily="2" charset="2"/>
              <a:buChar char="Ø"/>
            </a:pPr>
            <a:r>
              <a:rPr lang="it-IT" sz="1200" dirty="0"/>
              <a:t>Diminuzione tassi di natalità con conseguenti meno figli</a:t>
            </a:r>
          </a:p>
          <a:p>
            <a:pPr>
              <a:buFont typeface="Wingdings" pitchFamily="2" charset="2"/>
              <a:buChar char="Ø"/>
            </a:pPr>
            <a:r>
              <a:rPr lang="it-IT" sz="1200" dirty="0"/>
              <a:t> Meno persone che possono prendersi cura degli anziani</a:t>
            </a:r>
          </a:p>
          <a:p>
            <a:pPr>
              <a:buFont typeface="Wingdings" pitchFamily="2" charset="2"/>
              <a:buChar char="Ø"/>
            </a:pPr>
            <a:r>
              <a:rPr lang="it-IT" sz="1200" dirty="0"/>
              <a:t> </a:t>
            </a:r>
            <a:r>
              <a:rPr lang="it-IT" sz="1200" dirty="0" err="1"/>
              <a:t>Fragilizzazione</a:t>
            </a:r>
            <a:r>
              <a:rPr lang="it-IT" sz="1200" dirty="0"/>
              <a:t> e nuclearizzazione della famiglia non più allargata e quindi meno idonea a prendersi cura degli anziani</a:t>
            </a:r>
          </a:p>
          <a:p>
            <a:pPr marL="0" indent="0">
              <a:buNone/>
            </a:pPr>
            <a:r>
              <a:rPr lang="it-IT" sz="1200" dirty="0"/>
              <a:t>Queste sono alcune considerazioni generali che però descrivono la tendenza della società</a:t>
            </a:r>
          </a:p>
          <a:p>
            <a:pPr marL="0" indent="0">
              <a:buNone/>
            </a:pPr>
            <a:r>
              <a:rPr lang="it-IT" sz="1200" b="1" dirty="0"/>
              <a:t>A rafforzare quanto detto può essere inserito il seguente dato presente nei documenti</a:t>
            </a:r>
          </a:p>
          <a:p>
            <a:pPr marL="342900" indent="-342900">
              <a:buFont typeface="+mj-lt"/>
              <a:buAutoNum type="arabicPeriod"/>
            </a:pPr>
            <a:r>
              <a:rPr lang="it-IT" sz="1200" dirty="0"/>
              <a:t>Pag. 1. Circa un terzo degli over 75 presenta una grave limitazione dell’autonomia e per un anziano su 10 questa incide sia sulle le attività̀ quotidiane di cura personale che su quelle della vita domestica (8,5% nell’Ue22) </a:t>
            </a:r>
          </a:p>
          <a:p>
            <a:pPr marL="0" indent="0">
              <a:buNone/>
            </a:pPr>
            <a:endParaRPr lang="it-IT" sz="1200" dirty="0"/>
          </a:p>
        </p:txBody>
      </p:sp>
      <p:pic>
        <p:nvPicPr>
          <p:cNvPr id="25" name="Graphic 24" descr="Upward trend">
            <a:extLst>
              <a:ext uri="{FF2B5EF4-FFF2-40B4-BE49-F238E27FC236}">
                <a16:creationId xmlns:a16="http://schemas.microsoft.com/office/drawing/2014/main" id="{39261332-498B-E2A5-4575-91B447C0757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33173" y="5456236"/>
            <a:ext cx="749300" cy="749300"/>
          </a:xfrm>
          <a:prstGeom prst="rect">
            <a:avLst/>
          </a:prstGeom>
        </p:spPr>
      </p:pic>
    </p:spTree>
    <p:extLst>
      <p:ext uri="{BB962C8B-B14F-4D97-AF65-F5344CB8AC3E}">
        <p14:creationId xmlns:p14="http://schemas.microsoft.com/office/powerpoint/2010/main" val="13056527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Inquadratura ad angolo di una penna su un grafico">
            <a:extLst>
              <a:ext uri="{FF2B5EF4-FFF2-40B4-BE49-F238E27FC236}">
                <a16:creationId xmlns:a16="http://schemas.microsoft.com/office/drawing/2014/main" id="{4AB9CCB1-7F65-7272-4E8F-41CBC5F21B94}"/>
              </a:ext>
            </a:extLst>
          </p:cNvPr>
          <p:cNvPicPr>
            <a:picLocks noChangeAspect="1"/>
          </p:cNvPicPr>
          <p:nvPr/>
        </p:nvPicPr>
        <p:blipFill rotWithShape="1">
          <a:blip r:embed="rId2">
            <a:alphaModFix amt="50000"/>
          </a:blip>
          <a:srcRect t="9441" b="6289"/>
          <a:stretch/>
        </p:blipFill>
        <p:spPr>
          <a:xfrm>
            <a:off x="20" y="1"/>
            <a:ext cx="12191980" cy="6857999"/>
          </a:xfrm>
          <a:prstGeom prst="rect">
            <a:avLst/>
          </a:prstGeom>
        </p:spPr>
      </p:pic>
      <p:sp>
        <p:nvSpPr>
          <p:cNvPr id="2" name="Titolo 1">
            <a:extLst>
              <a:ext uri="{FF2B5EF4-FFF2-40B4-BE49-F238E27FC236}">
                <a16:creationId xmlns:a16="http://schemas.microsoft.com/office/drawing/2014/main" id="{744D8AAE-9BAF-39B5-DD76-725FE98325B3}"/>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sz="5600">
                <a:solidFill>
                  <a:srgbClr val="FFFFFF"/>
                </a:solidFill>
              </a:rPr>
              <a:t>Ora è il caso di scrivere alcuni approfondimenti e specificare meglio la situazione</a:t>
            </a:r>
          </a:p>
        </p:txBody>
      </p:sp>
      <p:sp>
        <p:nvSpPr>
          <p:cNvPr id="3" name="Segnaposto contenuto 2">
            <a:extLst>
              <a:ext uri="{FF2B5EF4-FFF2-40B4-BE49-F238E27FC236}">
                <a16:creationId xmlns:a16="http://schemas.microsoft.com/office/drawing/2014/main" id="{84BF2F7B-6933-75DD-8998-A45A3DE71992}"/>
              </a:ext>
            </a:extLst>
          </p:cNvPr>
          <p:cNvSpPr>
            <a:spLocks noGrp="1"/>
          </p:cNvSpPr>
          <p:nvPr>
            <p:ph idx="1"/>
          </p:nvPr>
        </p:nvSpPr>
        <p:spPr>
          <a:xfrm>
            <a:off x="1524000" y="4159404"/>
            <a:ext cx="9144000" cy="1098395"/>
          </a:xfrm>
        </p:spPr>
        <p:txBody>
          <a:bodyPr vert="horz" lIns="91440" tIns="45720" rIns="91440" bIns="45720" rtlCol="0">
            <a:normAutofit/>
          </a:bodyPr>
          <a:lstStyle/>
          <a:p>
            <a:pPr marL="0" indent="0" algn="ctr">
              <a:buNone/>
            </a:pPr>
            <a:r>
              <a:rPr lang="en-US" sz="2400" dirty="0">
                <a:solidFill>
                  <a:srgbClr val="FFFFFF"/>
                </a:solidFill>
              </a:rPr>
              <a:t>Andiamo avanti con </a:t>
            </a:r>
            <a:r>
              <a:rPr lang="en-US" sz="2400" dirty="0" err="1">
                <a:solidFill>
                  <a:srgbClr val="FFFFFF"/>
                </a:solidFill>
              </a:rPr>
              <a:t>l’analisi</a:t>
            </a:r>
            <a:r>
              <a:rPr lang="en-US" sz="2400" dirty="0">
                <a:solidFill>
                  <a:srgbClr val="FFFFFF"/>
                </a:solidFill>
              </a:rPr>
              <a:t> </a:t>
            </a:r>
            <a:r>
              <a:rPr lang="en-US" sz="2400" dirty="0" err="1">
                <a:solidFill>
                  <a:srgbClr val="FFFFFF"/>
                </a:solidFill>
              </a:rPr>
              <a:t>dei</a:t>
            </a:r>
            <a:r>
              <a:rPr lang="en-US" sz="2400" dirty="0">
                <a:solidFill>
                  <a:srgbClr val="FFFFFF"/>
                </a:solidFill>
              </a:rPr>
              <a:t> </a:t>
            </a:r>
            <a:r>
              <a:rPr lang="en-US" sz="2400" dirty="0" err="1">
                <a:solidFill>
                  <a:srgbClr val="FFFFFF"/>
                </a:solidFill>
              </a:rPr>
              <a:t>dati</a:t>
            </a:r>
            <a:endParaRPr lang="en-US" sz="2400" dirty="0">
              <a:solidFill>
                <a:srgbClr val="FFFFFF"/>
              </a:solidFill>
            </a:endParaRPr>
          </a:p>
        </p:txBody>
      </p:sp>
    </p:spTree>
    <p:extLst>
      <p:ext uri="{BB962C8B-B14F-4D97-AF65-F5344CB8AC3E}">
        <p14:creationId xmlns:p14="http://schemas.microsoft.com/office/powerpoint/2010/main" val="11270429"/>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6FAB14F8-5821-FF0B-79D3-5A63113029C4}"/>
              </a:ext>
            </a:extLst>
          </p:cNvPr>
          <p:cNvSpPr>
            <a:spLocks noGrp="1"/>
          </p:cNvSpPr>
          <p:nvPr>
            <p:ph type="title"/>
          </p:nvPr>
        </p:nvSpPr>
        <p:spPr>
          <a:xfrm>
            <a:off x="793661" y="386930"/>
            <a:ext cx="10079902" cy="1298448"/>
          </a:xfrm>
        </p:spPr>
        <p:txBody>
          <a:bodyPr anchor="b">
            <a:noAutofit/>
          </a:bodyPr>
          <a:lstStyle/>
          <a:p>
            <a:r>
              <a:rPr lang="it-IT" sz="3200" dirty="0"/>
              <a:t>1 Approfondimenti e specificità da inserire nella </a:t>
            </a:r>
            <a:r>
              <a:rPr lang="it-IT" sz="3200" i="1" dirty="0"/>
              <a:t>relazione professionale: </a:t>
            </a:r>
            <a:r>
              <a:rPr lang="it-IT" sz="3200" b="1" i="1" dirty="0"/>
              <a:t>anziani e patologie, differenze di genere nello stato di salute</a:t>
            </a:r>
          </a:p>
        </p:txBody>
      </p:sp>
      <p:sp>
        <p:nvSpPr>
          <p:cNvPr id="31" name="Rectangle 3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Segnaposto contenuto 2">
            <a:extLst>
              <a:ext uri="{FF2B5EF4-FFF2-40B4-BE49-F238E27FC236}">
                <a16:creationId xmlns:a16="http://schemas.microsoft.com/office/drawing/2014/main" id="{34CA998C-A138-8FB1-804F-EA1121E62E19}"/>
              </a:ext>
            </a:extLst>
          </p:cNvPr>
          <p:cNvSpPr>
            <a:spLocks noGrp="1"/>
          </p:cNvSpPr>
          <p:nvPr>
            <p:ph idx="1"/>
          </p:nvPr>
        </p:nvSpPr>
        <p:spPr>
          <a:xfrm>
            <a:off x="496919" y="2326105"/>
            <a:ext cx="5343382" cy="3912854"/>
          </a:xfrm>
        </p:spPr>
        <p:txBody>
          <a:bodyPr anchor="ctr">
            <a:noAutofit/>
          </a:bodyPr>
          <a:lstStyle/>
          <a:p>
            <a:r>
              <a:rPr lang="it-IT" sz="1200" dirty="0"/>
              <a:t>Pag. 3. La presenza di </a:t>
            </a:r>
            <a:r>
              <a:rPr lang="it-IT" sz="1200" dirty="0" err="1"/>
              <a:t>cronicita</a:t>
            </a:r>
            <a:r>
              <a:rPr lang="it-IT" sz="1200" dirty="0"/>
              <a:t>̀ e di </a:t>
            </a:r>
            <a:r>
              <a:rPr lang="it-IT" sz="1200" dirty="0" err="1"/>
              <a:t>multimorbilita</a:t>
            </a:r>
            <a:r>
              <a:rPr lang="it-IT" sz="1200" dirty="0"/>
              <a:t>̀ hanno un impatto negativo sui </a:t>
            </a:r>
            <a:r>
              <a:rPr lang="it-IT" sz="1200" b="1" dirty="0"/>
              <a:t>livelli di autonomia nelle </a:t>
            </a:r>
            <a:r>
              <a:rPr lang="it-IT" sz="1200" b="1" dirty="0" err="1"/>
              <a:t>attivita</a:t>
            </a:r>
            <a:r>
              <a:rPr lang="it-IT" sz="1200" b="1" dirty="0"/>
              <a:t>̀ essenziali </a:t>
            </a:r>
            <a:r>
              <a:rPr lang="it-IT" sz="1200" dirty="0"/>
              <a:t>della vita quotidiana e, </a:t>
            </a:r>
            <a:r>
              <a:rPr lang="it-IT" sz="1200" dirty="0" err="1"/>
              <a:t>piu</a:t>
            </a:r>
            <a:r>
              <a:rPr lang="it-IT" sz="1200" dirty="0"/>
              <a:t>̀ in generale, </a:t>
            </a:r>
            <a:r>
              <a:rPr lang="it-IT" sz="1200" b="1" dirty="0"/>
              <a:t>sulla </a:t>
            </a:r>
            <a:r>
              <a:rPr lang="it-IT" sz="1200" b="1" dirty="0" err="1"/>
              <a:t>qualita</a:t>
            </a:r>
            <a:r>
              <a:rPr lang="it-IT" sz="1200" b="1" dirty="0"/>
              <a:t>̀ della vita</a:t>
            </a:r>
            <a:r>
              <a:rPr lang="it-IT" sz="1200" dirty="0"/>
              <a:t>, in particolare tra i molto anziani. </a:t>
            </a:r>
          </a:p>
          <a:p>
            <a:r>
              <a:rPr lang="it-IT" sz="1200" dirty="0"/>
              <a:t>Nel 2019, circa </a:t>
            </a:r>
            <a:r>
              <a:rPr lang="it-IT" sz="1200" b="1" dirty="0"/>
              <a:t>7 milioni di ultrasessantacinquenni</a:t>
            </a:r>
            <a:r>
              <a:rPr lang="it-IT" sz="1200" dirty="0"/>
              <a:t>, </a:t>
            </a:r>
            <a:r>
              <a:rPr lang="it-IT" sz="1200" dirty="0" err="1"/>
              <a:t>piu</a:t>
            </a:r>
            <a:r>
              <a:rPr lang="it-IT" sz="1200" dirty="0"/>
              <a:t>̀ di un anziano su due, presentano </a:t>
            </a:r>
            <a:r>
              <a:rPr lang="it-IT" sz="1200" dirty="0" err="1"/>
              <a:t>multimorbilita</a:t>
            </a:r>
            <a:r>
              <a:rPr lang="it-IT" sz="1200" dirty="0"/>
              <a:t>̀, riferendo almeno </a:t>
            </a:r>
            <a:r>
              <a:rPr lang="it-IT" sz="1200" u="sng" dirty="0"/>
              <a:t>tre patologie croniche</a:t>
            </a:r>
            <a:r>
              <a:rPr lang="it-IT" sz="1200" dirty="0"/>
              <a:t>. Tra gli over85 la quota raggiunge i due terzi, con </a:t>
            </a:r>
            <a:r>
              <a:rPr lang="it-IT" sz="1200" b="1" dirty="0"/>
              <a:t>una percentuale </a:t>
            </a:r>
            <a:r>
              <a:rPr lang="it-IT" sz="1200" b="1" dirty="0" err="1"/>
              <a:t>piu</a:t>
            </a:r>
            <a:r>
              <a:rPr lang="it-IT" sz="1200" b="1" dirty="0"/>
              <a:t>̀ elevata tra le donne</a:t>
            </a:r>
            <a:r>
              <a:rPr lang="it-IT" sz="1200" dirty="0"/>
              <a:t>, il 69% contro il 60% tra gli uomini. Anche tra i “giovani anziani” di 65-74 anni, le quote si confermano elevate (48,5% tra le donne e 39,6% tra gli uomini). </a:t>
            </a:r>
          </a:p>
          <a:p>
            <a:r>
              <a:rPr lang="it-IT" sz="1200" dirty="0"/>
              <a:t>Il 43,2% degli anziani di 65 anni e </a:t>
            </a:r>
            <a:r>
              <a:rPr lang="it-IT" sz="1200" dirty="0" err="1"/>
              <a:t>piu</a:t>
            </a:r>
            <a:r>
              <a:rPr lang="it-IT" sz="1200" dirty="0"/>
              <a:t>̀ dichiara almeno una patologia grave (ictus, tumori, Alzheimer e demenze, malattie cardiache, incluso infarto o angina, diabete, parkinsonismo, malattie respiratorie croniche: bronchite cronica, Bronco pneumopatia cronico ostruttiva - BPCO, enfisema). </a:t>
            </a:r>
          </a:p>
          <a:p>
            <a:r>
              <a:rPr lang="it-IT" sz="1200" b="1" dirty="0"/>
              <a:t>Tra gli anziani di 75-84 anni la quota di coloro che hanno almeno una malattia cronica grave si attesta al 48,1% </a:t>
            </a:r>
            <a:r>
              <a:rPr lang="it-IT" sz="1200" dirty="0"/>
              <a:t>(52,4% tra gli uomini e 44,8% tra le donne) mentre la percentuale di quanti sono affetti da almeno due malattie croniche gravi è pari al 19,4% (22% tra gli uomini e 17,4% tra le donne). Tra gli anziani di 85 anni e oltre, circa un terzo dichiara di essere affetto da almeno due patologie croniche gravi (34,1% tra gli uomini e 29,1% tra le donne). </a:t>
            </a:r>
          </a:p>
          <a:p>
            <a:endParaRPr lang="it-IT" sz="1200" dirty="0"/>
          </a:p>
        </p:txBody>
      </p:sp>
      <p:pic>
        <p:nvPicPr>
          <p:cNvPr id="7" name="Immagine 6" descr="Immagine che contiene grafico&#10;&#10;Descrizione generata automaticamente">
            <a:extLst>
              <a:ext uri="{FF2B5EF4-FFF2-40B4-BE49-F238E27FC236}">
                <a16:creationId xmlns:a16="http://schemas.microsoft.com/office/drawing/2014/main" id="{E11E8D09-AB8E-8F0C-36C9-0F6FD6EE9EC0}"/>
              </a:ext>
            </a:extLst>
          </p:cNvPr>
          <p:cNvPicPr>
            <a:picLocks noChangeAspect="1"/>
          </p:cNvPicPr>
          <p:nvPr/>
        </p:nvPicPr>
        <p:blipFill>
          <a:blip r:embed="rId2"/>
          <a:stretch>
            <a:fillRect/>
          </a:stretch>
        </p:blipFill>
        <p:spPr>
          <a:xfrm>
            <a:off x="5911532" y="3066683"/>
            <a:ext cx="5150277" cy="2549387"/>
          </a:xfrm>
          <a:prstGeom prst="rect">
            <a:avLst/>
          </a:prstGeom>
        </p:spPr>
      </p:pic>
      <p:sp>
        <p:nvSpPr>
          <p:cNvPr id="35" name="Rectangle 3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01121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0"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olo 1">
            <a:extLst>
              <a:ext uri="{FF2B5EF4-FFF2-40B4-BE49-F238E27FC236}">
                <a16:creationId xmlns:a16="http://schemas.microsoft.com/office/drawing/2014/main" id="{1DD170FD-9965-49F3-6DE2-9BB8E6159242}"/>
              </a:ext>
            </a:extLst>
          </p:cNvPr>
          <p:cNvSpPr>
            <a:spLocks noGrp="1"/>
          </p:cNvSpPr>
          <p:nvPr>
            <p:ph type="title"/>
          </p:nvPr>
        </p:nvSpPr>
        <p:spPr>
          <a:xfrm>
            <a:off x="1115568" y="548640"/>
            <a:ext cx="10168128" cy="1179576"/>
          </a:xfrm>
        </p:spPr>
        <p:txBody>
          <a:bodyPr>
            <a:normAutofit/>
          </a:bodyPr>
          <a:lstStyle/>
          <a:p>
            <a:r>
              <a:rPr lang="it-IT" sz="3700" dirty="0"/>
              <a:t>2 Approfondimenti e specificità da inserire: </a:t>
            </a:r>
            <a:r>
              <a:rPr lang="it-IT" sz="3700" b="1" i="1" dirty="0"/>
              <a:t>anziani e  demenze, ancora differenze di genere</a:t>
            </a:r>
          </a:p>
        </p:txBody>
      </p:sp>
      <p:sp>
        <p:nvSpPr>
          <p:cNvPr id="21"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Segnaposto contenuto 2">
            <a:extLst>
              <a:ext uri="{FF2B5EF4-FFF2-40B4-BE49-F238E27FC236}">
                <a16:creationId xmlns:a16="http://schemas.microsoft.com/office/drawing/2014/main" id="{33EC3013-890A-AFDD-9070-2E02AFD1219D}"/>
              </a:ext>
            </a:extLst>
          </p:cNvPr>
          <p:cNvSpPr>
            <a:spLocks noGrp="1"/>
          </p:cNvSpPr>
          <p:nvPr>
            <p:ph idx="1"/>
          </p:nvPr>
        </p:nvSpPr>
        <p:spPr>
          <a:xfrm>
            <a:off x="1115568" y="2481943"/>
            <a:ext cx="10168128" cy="3695020"/>
          </a:xfrm>
        </p:spPr>
        <p:txBody>
          <a:bodyPr>
            <a:normAutofit lnSpcReduction="10000"/>
          </a:bodyPr>
          <a:lstStyle/>
          <a:p>
            <a:r>
              <a:rPr lang="it-IT" sz="2000" dirty="0"/>
              <a:t>Secondo il report la «</a:t>
            </a:r>
            <a:r>
              <a:rPr lang="it-IT" sz="2000" b="1" dirty="0"/>
              <a:t>Demenza e depressione le patologie più diffuse tra le donne over85</a:t>
            </a:r>
            <a:r>
              <a:rPr lang="it-IT" sz="2000" dirty="0"/>
              <a:t>» (pag. 5 lo si evince sia nel testo che nel grafico a barre – vedi il rosso). </a:t>
            </a:r>
          </a:p>
          <a:p>
            <a:r>
              <a:rPr lang="it-IT" sz="2000" dirty="0"/>
              <a:t>Ancora: </a:t>
            </a:r>
            <a:r>
              <a:rPr lang="it-IT" sz="2000" i="1" u="sng" dirty="0"/>
              <a:t>Tra le malattie degenerative che riguardano la sfera della salute mentale degli anziani le demenze rappresentano una priorità di salute pubblica. </a:t>
            </a:r>
          </a:p>
          <a:p>
            <a:r>
              <a:rPr lang="it-IT" sz="2000" dirty="0"/>
              <a:t>In Italia, si stima che nel 2019 </a:t>
            </a:r>
            <a:r>
              <a:rPr lang="it-IT" sz="2000" b="1" i="1" dirty="0"/>
              <a:t>le demenze senili e l’Alzheimer </a:t>
            </a:r>
            <a:r>
              <a:rPr lang="it-IT" sz="2000" dirty="0"/>
              <a:t>colpiscano circa 600mila persone tra gli over65 che vivono in famiglia (dalla stima sono esclusi quindi gli anziani che risiedono in istituzioni), complessivamente il 4,2% degli anziani</a:t>
            </a:r>
            <a:r>
              <a:rPr lang="it-IT" sz="2000" b="1" i="1" dirty="0"/>
              <a:t>. La quota si attesta al 3% tra gli uomini e al 5,1% tra le donne. </a:t>
            </a:r>
            <a:r>
              <a:rPr lang="it-IT" sz="2000" dirty="0"/>
              <a:t>Tuttavia la prevalenza triplica tra le </a:t>
            </a:r>
            <a:r>
              <a:rPr lang="it-IT" sz="2000" dirty="0" err="1"/>
              <a:t>ultraottantacinquenni</a:t>
            </a:r>
            <a:r>
              <a:rPr lang="it-IT" sz="2000" dirty="0"/>
              <a:t> (15,4%) e raggiunge il 14% tra i coetanei maschi. </a:t>
            </a:r>
          </a:p>
          <a:p>
            <a:r>
              <a:rPr lang="it-IT" sz="2000" dirty="0"/>
              <a:t>Si tratta di un grave problema perché il progressivo decadimento delle funzioni cognitive derivante da queste forme morbose neurodegenerative comporta un carico di assistenza particolarmente oneroso anche per i conviventi e i caregivers. </a:t>
            </a:r>
          </a:p>
          <a:p>
            <a:endParaRPr lang="it-IT" sz="2000" dirty="0"/>
          </a:p>
        </p:txBody>
      </p:sp>
    </p:spTree>
    <p:extLst>
      <p:ext uri="{BB962C8B-B14F-4D97-AF65-F5344CB8AC3E}">
        <p14:creationId xmlns:p14="http://schemas.microsoft.com/office/powerpoint/2010/main" val="4266760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25">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1DD170FD-9965-49F3-6DE2-9BB8E6159242}"/>
              </a:ext>
            </a:extLst>
          </p:cNvPr>
          <p:cNvSpPr>
            <a:spLocks noGrp="1"/>
          </p:cNvSpPr>
          <p:nvPr>
            <p:ph type="title"/>
          </p:nvPr>
        </p:nvSpPr>
        <p:spPr>
          <a:xfrm>
            <a:off x="793662" y="386930"/>
            <a:ext cx="10066122" cy="1298448"/>
          </a:xfrm>
        </p:spPr>
        <p:txBody>
          <a:bodyPr anchor="b">
            <a:noAutofit/>
          </a:bodyPr>
          <a:lstStyle/>
          <a:p>
            <a:r>
              <a:rPr lang="it-IT" sz="3600" dirty="0"/>
              <a:t>3 Approfondimenti e specificità: </a:t>
            </a:r>
            <a:r>
              <a:rPr lang="it-IT" sz="3600" b="1" i="1" dirty="0"/>
              <a:t>anziani e salute mentale e divario di genere e fra nord e sud Italia</a:t>
            </a:r>
          </a:p>
        </p:txBody>
      </p:sp>
      <p:sp>
        <p:nvSpPr>
          <p:cNvPr id="34" name="Rectangle 27">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29">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33EC3013-890A-AFDD-9070-2E02AFD1219D}"/>
              </a:ext>
            </a:extLst>
          </p:cNvPr>
          <p:cNvSpPr>
            <a:spLocks noGrp="1"/>
          </p:cNvSpPr>
          <p:nvPr>
            <p:ph idx="1"/>
          </p:nvPr>
        </p:nvSpPr>
        <p:spPr>
          <a:xfrm>
            <a:off x="793661" y="2203079"/>
            <a:ext cx="4530898" cy="4035880"/>
          </a:xfrm>
        </p:spPr>
        <p:txBody>
          <a:bodyPr anchor="ctr">
            <a:normAutofit/>
          </a:bodyPr>
          <a:lstStyle/>
          <a:p>
            <a:r>
              <a:rPr lang="it-IT" sz="1200" dirty="0">
                <a:effectLst/>
                <a:latin typeface="ArialMT"/>
              </a:rPr>
              <a:t>Pag. 5 La patologia mentale più diffusa tra gli anziani è la </a:t>
            </a:r>
            <a:r>
              <a:rPr lang="it-IT" sz="1200" b="1" i="1" dirty="0">
                <a:effectLst/>
                <a:latin typeface="ArialMT"/>
              </a:rPr>
              <a:t>depressione</a:t>
            </a:r>
            <a:r>
              <a:rPr lang="it-IT" sz="1200" dirty="0">
                <a:effectLst/>
                <a:latin typeface="ArialMT"/>
              </a:rPr>
              <a:t>, associata </a:t>
            </a:r>
            <a:r>
              <a:rPr lang="it-IT" sz="1200" b="1" i="1" dirty="0">
                <a:effectLst/>
                <a:latin typeface="ArialMT"/>
              </a:rPr>
              <a:t>all’ansietà cronica </a:t>
            </a:r>
            <a:r>
              <a:rPr lang="it-IT" sz="1200" dirty="0">
                <a:effectLst/>
                <a:latin typeface="ArialMT"/>
              </a:rPr>
              <a:t>grave per quasi la metà degli anziani. </a:t>
            </a:r>
            <a:r>
              <a:rPr lang="it-IT" sz="1200" u="sng" dirty="0">
                <a:effectLst/>
                <a:latin typeface="ArialMT"/>
              </a:rPr>
              <a:t>Nel 2019, l’11,3% degli anziani soffre di depressione. </a:t>
            </a:r>
          </a:p>
          <a:p>
            <a:r>
              <a:rPr lang="it-IT" sz="1200" b="1" dirty="0">
                <a:effectLst/>
                <a:latin typeface="ArialMT"/>
              </a:rPr>
              <a:t>È netto il divario di genere</a:t>
            </a:r>
            <a:r>
              <a:rPr lang="it-IT" sz="1200" dirty="0">
                <a:effectLst/>
                <a:latin typeface="ArialMT"/>
              </a:rPr>
              <a:t>: tra gli uomini la quota è del 6,7%, </a:t>
            </a:r>
            <a:r>
              <a:rPr lang="it-IT" sz="1200" u="sng" dirty="0">
                <a:effectLst/>
                <a:latin typeface="ArialMT"/>
              </a:rPr>
              <a:t>tra le donne raddoppia al 14,9% </a:t>
            </a:r>
            <a:r>
              <a:rPr lang="it-IT" sz="1200" dirty="0">
                <a:effectLst/>
                <a:latin typeface="ArialMT"/>
              </a:rPr>
              <a:t>e per le 85enni supera il 20% contro il 10% degli uomini della stessa età̀. </a:t>
            </a:r>
          </a:p>
          <a:p>
            <a:r>
              <a:rPr lang="it-IT" sz="1200" dirty="0">
                <a:effectLst/>
                <a:latin typeface="ArialMT"/>
              </a:rPr>
              <a:t>Gli anziani con disturbi ansioso-depressivi sono circa 4 milioni (15%) con un forte </a:t>
            </a:r>
            <a:r>
              <a:rPr lang="it-IT" sz="1200" b="1" dirty="0">
                <a:effectLst/>
                <a:latin typeface="ArialMT"/>
              </a:rPr>
              <a:t>svantaggio per le donne. </a:t>
            </a:r>
          </a:p>
          <a:p>
            <a:r>
              <a:rPr lang="it-IT" sz="1200" b="1" dirty="0">
                <a:latin typeface="ArialMT"/>
              </a:rPr>
              <a:t>Al nord le cose vanno meglio: </a:t>
            </a:r>
            <a:r>
              <a:rPr lang="it-IT" sz="1200" dirty="0">
                <a:effectLst/>
                <a:latin typeface="ArialMT"/>
              </a:rPr>
              <a:t>Le differenze territoriali riflettono anche in questo caso </a:t>
            </a:r>
            <a:r>
              <a:rPr lang="it-IT" sz="1200" b="1" i="1" dirty="0">
                <a:effectLst/>
                <a:latin typeface="ArialMT"/>
              </a:rPr>
              <a:t>un vantaggio relativo del Nord rispetto al Mezzogiorno</a:t>
            </a:r>
            <a:r>
              <a:rPr lang="it-IT" sz="1200" dirty="0">
                <a:effectLst/>
                <a:latin typeface="ArialMT"/>
              </a:rPr>
              <a:t>, dove i tassi di </a:t>
            </a:r>
            <a:r>
              <a:rPr lang="it-IT" sz="1200" dirty="0" err="1">
                <a:effectLst/>
                <a:latin typeface="ArialMT"/>
              </a:rPr>
              <a:t>cronicita</a:t>
            </a:r>
            <a:r>
              <a:rPr lang="it-IT" sz="1200" dirty="0">
                <a:effectLst/>
                <a:latin typeface="ArialMT"/>
              </a:rPr>
              <a:t>̀ grave e </a:t>
            </a:r>
            <a:r>
              <a:rPr lang="it-IT" sz="1200" dirty="0" err="1">
                <a:effectLst/>
                <a:latin typeface="ArialMT"/>
              </a:rPr>
              <a:t>multimorbilita</a:t>
            </a:r>
            <a:r>
              <a:rPr lang="it-IT" sz="1200" dirty="0">
                <a:effectLst/>
                <a:latin typeface="ArialMT"/>
              </a:rPr>
              <a:t>̀ sono molto </a:t>
            </a:r>
            <a:r>
              <a:rPr lang="it-IT" sz="1200" dirty="0" err="1">
                <a:effectLst/>
                <a:latin typeface="ArialMT"/>
              </a:rPr>
              <a:t>piu</a:t>
            </a:r>
            <a:r>
              <a:rPr lang="it-IT" sz="1200" dirty="0">
                <a:effectLst/>
                <a:latin typeface="ArialMT"/>
              </a:rPr>
              <a:t>̀ elevati, a conferma della forte associazione tra depressione e </a:t>
            </a:r>
            <a:r>
              <a:rPr lang="it-IT" sz="1200" dirty="0" err="1">
                <a:effectLst/>
                <a:latin typeface="ArialMT"/>
              </a:rPr>
              <a:t>cronicita</a:t>
            </a:r>
            <a:r>
              <a:rPr lang="it-IT" sz="1200" dirty="0">
                <a:effectLst/>
                <a:latin typeface="ArialMT"/>
              </a:rPr>
              <a:t>̀. Il divario territoriale si registra per entrambi i generi, ma è più̀ evidente tra gli uomini anziani, con prevalenze molto più̀ elevate nel Mezzogiorno rispetto al Nord (11,5% contro 7,4%, tassi calcolati tenendo sotto controllo le differenze nella distribuzione per </a:t>
            </a:r>
            <a:r>
              <a:rPr lang="it-IT" sz="1200" dirty="0" err="1">
                <a:effectLst/>
                <a:latin typeface="ArialMT"/>
              </a:rPr>
              <a:t>eta</a:t>
            </a:r>
            <a:r>
              <a:rPr lang="it-IT" sz="1200" dirty="0">
                <a:effectLst/>
                <a:latin typeface="ArialMT"/>
              </a:rPr>
              <a:t>̀ delle singole aree territoriali). </a:t>
            </a:r>
            <a:endParaRPr lang="it-IT" sz="1200" dirty="0">
              <a:effectLst/>
            </a:endParaRPr>
          </a:p>
          <a:p>
            <a:endParaRPr lang="it-IT" sz="1200" b="1" dirty="0">
              <a:effectLst/>
            </a:endParaRPr>
          </a:p>
        </p:txBody>
      </p:sp>
      <p:pic>
        <p:nvPicPr>
          <p:cNvPr id="5" name="Immagine 4" descr="Immagine che contiene grafico&#10;&#10;Descrizione generata automaticamente">
            <a:extLst>
              <a:ext uri="{FF2B5EF4-FFF2-40B4-BE49-F238E27FC236}">
                <a16:creationId xmlns:a16="http://schemas.microsoft.com/office/drawing/2014/main" id="{F436E223-4982-3E73-230F-74EB67CA965A}"/>
              </a:ext>
            </a:extLst>
          </p:cNvPr>
          <p:cNvPicPr>
            <a:picLocks noChangeAspect="1"/>
          </p:cNvPicPr>
          <p:nvPr/>
        </p:nvPicPr>
        <p:blipFill>
          <a:blip r:embed="rId2"/>
          <a:stretch>
            <a:fillRect/>
          </a:stretch>
        </p:blipFill>
        <p:spPr>
          <a:xfrm>
            <a:off x="5911532" y="3105310"/>
            <a:ext cx="5150277" cy="2472133"/>
          </a:xfrm>
          <a:prstGeom prst="rect">
            <a:avLst/>
          </a:prstGeom>
        </p:spPr>
      </p:pic>
      <p:sp>
        <p:nvSpPr>
          <p:cNvPr id="32" name="Rectangle 31">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72615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9" name="Rectangle 3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1DD170FD-9965-49F3-6DE2-9BB8E6159242}"/>
              </a:ext>
            </a:extLst>
          </p:cNvPr>
          <p:cNvSpPr>
            <a:spLocks noGrp="1"/>
          </p:cNvSpPr>
          <p:nvPr>
            <p:ph type="title"/>
          </p:nvPr>
        </p:nvSpPr>
        <p:spPr>
          <a:xfrm>
            <a:off x="793662" y="386930"/>
            <a:ext cx="10066122" cy="1298448"/>
          </a:xfrm>
        </p:spPr>
        <p:txBody>
          <a:bodyPr anchor="b">
            <a:normAutofit fontScale="90000"/>
          </a:bodyPr>
          <a:lstStyle/>
          <a:p>
            <a:r>
              <a:rPr lang="it-IT" sz="3600" dirty="0"/>
              <a:t>4 Approfondimenti e specificità da inserire: </a:t>
            </a:r>
            <a:r>
              <a:rPr lang="it-IT" sz="3600" b="1" i="1" dirty="0"/>
              <a:t>le limitazioni nell’autonomia, l’andamento nell’età il genere</a:t>
            </a:r>
          </a:p>
        </p:txBody>
      </p:sp>
      <p:sp>
        <p:nvSpPr>
          <p:cNvPr id="60" name="Rectangle 4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4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33EC3013-890A-AFDD-9070-2E02AFD1219D}"/>
              </a:ext>
            </a:extLst>
          </p:cNvPr>
          <p:cNvSpPr>
            <a:spLocks noGrp="1"/>
          </p:cNvSpPr>
          <p:nvPr>
            <p:ph idx="1"/>
          </p:nvPr>
        </p:nvSpPr>
        <p:spPr>
          <a:xfrm>
            <a:off x="358814" y="2326510"/>
            <a:ext cx="4815312" cy="4144559"/>
          </a:xfrm>
        </p:spPr>
        <p:txBody>
          <a:bodyPr anchor="ctr">
            <a:normAutofit fontScale="92500" lnSpcReduction="20000"/>
          </a:bodyPr>
          <a:lstStyle/>
          <a:p>
            <a:pPr marL="0" indent="0">
              <a:buNone/>
            </a:pPr>
            <a:endParaRPr lang="it-IT" sz="1100" dirty="0">
              <a:effectLst/>
              <a:latin typeface="ArialMT"/>
            </a:endParaRPr>
          </a:p>
          <a:p>
            <a:pPr marL="0" indent="0">
              <a:buNone/>
            </a:pPr>
            <a:r>
              <a:rPr lang="it-IT" sz="1200" dirty="0">
                <a:effectLst/>
                <a:latin typeface="ArialMT"/>
              </a:rPr>
              <a:t>Pag. </a:t>
            </a:r>
            <a:r>
              <a:rPr lang="it-IT" sz="1200" dirty="0">
                <a:latin typeface="ArialMT"/>
              </a:rPr>
              <a:t>6</a:t>
            </a:r>
            <a:r>
              <a:rPr lang="it-IT" sz="1200" dirty="0">
                <a:effectLst/>
                <a:latin typeface="ArialMT"/>
              </a:rPr>
              <a:t> </a:t>
            </a:r>
            <a:r>
              <a:rPr lang="it-IT" sz="1200" b="1" dirty="0">
                <a:effectLst/>
                <a:latin typeface="ArialMT"/>
              </a:rPr>
              <a:t>Quasi 4 milioni gli anziani con gravi limitazioni motorie, sensoriali o cognitive. Il problema riguarda sempre di più le donne</a:t>
            </a:r>
          </a:p>
          <a:p>
            <a:r>
              <a:rPr lang="it-IT" sz="1200" dirty="0">
                <a:effectLst/>
              </a:rPr>
              <a:t>Sono circa 3 milioni e 860mila gli anziani con gravi difficoltà nelle attività̀ funzionali di base (il 28,4% della popolazione di 65 anni e più̀). Di essi, 2 milioni 833mila (20,9%) hanno gravi difficoltà nel camminare, salire o scendere le scale senza l’aiuto di una persona o il ricorso ad ausili, 1 milione 874mila (13,8%) riferiscono gravi difficoltà nell’udito o nella vista anche con l’uso di ausili, 1 milione e 113mila (8,2%) hanno gravi difficoltà nella memoria o nella concentrazione. </a:t>
            </a:r>
          </a:p>
          <a:p>
            <a:r>
              <a:rPr lang="it-IT" sz="1200" b="1" i="1" dirty="0">
                <a:effectLst/>
                <a:highlight>
                  <a:srgbClr val="FFFF00"/>
                </a:highlight>
              </a:rPr>
              <a:t>Al crescere dell’</a:t>
            </a:r>
            <a:r>
              <a:rPr lang="it-IT" sz="1200" b="1" i="1" dirty="0" err="1">
                <a:effectLst/>
                <a:highlight>
                  <a:srgbClr val="FFFF00"/>
                </a:highlight>
              </a:rPr>
              <a:t>eta</a:t>
            </a:r>
            <a:r>
              <a:rPr lang="it-IT" sz="1200" b="1" i="1" dirty="0">
                <a:effectLst/>
                <a:highlight>
                  <a:srgbClr val="FFFF00"/>
                </a:highlight>
              </a:rPr>
              <a:t>̀ la quota di anziani con gravi difficoltà funzionali aumenta progressivamente: tra i 65-74enni è al </a:t>
            </a:r>
            <a:r>
              <a:rPr lang="it-IT" sz="1200" b="1" i="1" dirty="0">
                <a:solidFill>
                  <a:srgbClr val="FF0000"/>
                </a:solidFill>
                <a:effectLst/>
                <a:highlight>
                  <a:srgbClr val="FFFF00"/>
                </a:highlight>
              </a:rPr>
              <a:t>14,6%, </a:t>
            </a:r>
            <a:r>
              <a:rPr lang="it-IT" sz="1200" b="1" i="1" dirty="0">
                <a:effectLst/>
                <a:highlight>
                  <a:srgbClr val="FFFF00"/>
                </a:highlight>
              </a:rPr>
              <a:t>raddoppia al </a:t>
            </a:r>
            <a:r>
              <a:rPr lang="it-IT" sz="1200" b="1" i="1" dirty="0">
                <a:solidFill>
                  <a:srgbClr val="FF0000"/>
                </a:solidFill>
                <a:effectLst/>
                <a:highlight>
                  <a:srgbClr val="FFFF00"/>
                </a:highlight>
              </a:rPr>
              <a:t>32,5% </a:t>
            </a:r>
            <a:r>
              <a:rPr lang="it-IT" sz="1200" b="1" i="1" dirty="0">
                <a:effectLst/>
                <a:highlight>
                  <a:srgbClr val="FFFF00"/>
                </a:highlight>
              </a:rPr>
              <a:t>tra gli anziani di 75-84 anni e quadruplica tra gli ultra ottantacinquenni (</a:t>
            </a:r>
            <a:r>
              <a:rPr lang="it-IT" sz="1200" b="1" i="1" dirty="0">
                <a:solidFill>
                  <a:srgbClr val="FF0000"/>
                </a:solidFill>
                <a:effectLst/>
                <a:highlight>
                  <a:srgbClr val="FFFF00"/>
                </a:highlight>
              </a:rPr>
              <a:t>63,8%</a:t>
            </a:r>
            <a:r>
              <a:rPr lang="it-IT" sz="1200" b="1" i="1" dirty="0">
                <a:effectLst/>
                <a:highlight>
                  <a:srgbClr val="FFFF00"/>
                </a:highlight>
              </a:rPr>
              <a:t>). </a:t>
            </a:r>
          </a:p>
          <a:p>
            <a:r>
              <a:rPr lang="it-IT" sz="1200" b="1" i="1" dirty="0">
                <a:solidFill>
                  <a:srgbClr val="FF0000"/>
                </a:solidFill>
                <a:effectLst/>
                <a:highlight>
                  <a:srgbClr val="FFFF00"/>
                </a:highlight>
              </a:rPr>
              <a:t>La quota di donne di 65 anni e </a:t>
            </a:r>
            <a:r>
              <a:rPr lang="it-IT" sz="1200" b="1" i="1" dirty="0" err="1">
                <a:solidFill>
                  <a:srgbClr val="FF0000"/>
                </a:solidFill>
                <a:effectLst/>
                <a:highlight>
                  <a:srgbClr val="FFFF00"/>
                </a:highlight>
              </a:rPr>
              <a:t>piu</a:t>
            </a:r>
            <a:r>
              <a:rPr lang="it-IT" sz="1200" b="1" i="1" dirty="0">
                <a:solidFill>
                  <a:srgbClr val="FF0000"/>
                </a:solidFill>
                <a:effectLst/>
                <a:highlight>
                  <a:srgbClr val="FFFF00"/>
                </a:highlight>
              </a:rPr>
              <a:t>̀ con gravi difficoltà funzionali supera quella degli uomini della stessa </a:t>
            </a:r>
            <a:r>
              <a:rPr lang="it-IT" sz="1200" b="1" i="1" dirty="0" err="1">
                <a:solidFill>
                  <a:srgbClr val="FF0000"/>
                </a:solidFill>
                <a:effectLst/>
                <a:highlight>
                  <a:srgbClr val="FFFF00"/>
                </a:highlight>
              </a:rPr>
              <a:t>eta</a:t>
            </a:r>
            <a:r>
              <a:rPr lang="it-IT" sz="1200" b="1" i="1" dirty="0">
                <a:solidFill>
                  <a:srgbClr val="FF0000"/>
                </a:solidFill>
                <a:effectLst/>
                <a:highlight>
                  <a:srgbClr val="FFFF00"/>
                </a:highlight>
              </a:rPr>
              <a:t>̀ in tutte le </a:t>
            </a:r>
            <a:r>
              <a:rPr lang="it-IT" sz="1200" b="1" i="1" dirty="0" err="1">
                <a:solidFill>
                  <a:srgbClr val="FF0000"/>
                </a:solidFill>
                <a:effectLst/>
                <a:highlight>
                  <a:srgbClr val="FFFF00"/>
                </a:highlight>
              </a:rPr>
              <a:t>attivita</a:t>
            </a:r>
            <a:r>
              <a:rPr lang="it-IT" sz="1200" b="1" i="1" dirty="0">
                <a:solidFill>
                  <a:srgbClr val="FF0000"/>
                </a:solidFill>
                <a:effectLst/>
                <a:highlight>
                  <a:srgbClr val="FFFF00"/>
                </a:highlight>
              </a:rPr>
              <a:t>̀ di base considerate. </a:t>
            </a:r>
          </a:p>
          <a:p>
            <a:r>
              <a:rPr lang="it-IT" sz="1200" dirty="0">
                <a:effectLst/>
              </a:rPr>
              <a:t>Nel camminare oppure salire o scendere le scale, le anziane mostrano maggiori difficoltà </a:t>
            </a:r>
            <a:r>
              <a:rPr lang="it-IT" sz="1200" dirty="0" err="1">
                <a:effectLst/>
              </a:rPr>
              <a:t>gia</a:t>
            </a:r>
            <a:r>
              <a:rPr lang="it-IT" sz="1200" dirty="0">
                <a:effectLst/>
              </a:rPr>
              <a:t>̀ a partire dai 65 anni (+3,4 punti percentuali rispetto agli uomini) fino a un gap di genere di quasi 20 punti dopo gli 85 anni (59,1% per le donne contro 40,2% per gli uomini). Fra le donne le maggiori difficoltà nel ricordare o nel concentrarsi si osservano dopo i 75 anni (16% contro 9,3% degli uomini). Sono </a:t>
            </a:r>
            <a:r>
              <a:rPr lang="it-IT" sz="1200" dirty="0" err="1">
                <a:effectLst/>
              </a:rPr>
              <a:t>piu</a:t>
            </a:r>
            <a:r>
              <a:rPr lang="it-IT" sz="1200" dirty="0">
                <a:effectLst/>
              </a:rPr>
              <a:t>̀ attenuate le differenze di genere per le difficoltà nella vista e nell’udito in tutte le fasce di </a:t>
            </a:r>
            <a:r>
              <a:rPr lang="it-IT" sz="1200" dirty="0" err="1">
                <a:effectLst/>
              </a:rPr>
              <a:t>eta</a:t>
            </a:r>
            <a:r>
              <a:rPr lang="it-IT" sz="1200" dirty="0">
                <a:effectLst/>
              </a:rPr>
              <a:t>̀. </a:t>
            </a:r>
          </a:p>
          <a:p>
            <a:r>
              <a:rPr lang="it-IT" sz="1200" dirty="0">
                <a:solidFill>
                  <a:srgbClr val="FF0000"/>
                </a:solidFill>
                <a:effectLst/>
                <a:highlight>
                  <a:srgbClr val="FFFF00"/>
                </a:highlight>
              </a:rPr>
              <a:t>Le persone con gravi difficoltà nelle funzioni di base sono </a:t>
            </a:r>
            <a:r>
              <a:rPr lang="it-IT" sz="1200" dirty="0" err="1">
                <a:solidFill>
                  <a:srgbClr val="FF0000"/>
                </a:solidFill>
                <a:effectLst/>
                <a:highlight>
                  <a:srgbClr val="FFFF00"/>
                </a:highlight>
              </a:rPr>
              <a:t>piu</a:t>
            </a:r>
            <a:r>
              <a:rPr lang="it-IT" sz="1200" dirty="0">
                <a:solidFill>
                  <a:srgbClr val="FF0000"/>
                </a:solidFill>
                <a:effectLst/>
                <a:highlight>
                  <a:srgbClr val="FFFF00"/>
                </a:highlight>
              </a:rPr>
              <a:t>̀ concentrate nelle regioni del Mezzogiorno </a:t>
            </a:r>
            <a:r>
              <a:rPr lang="it-IT" sz="1200" dirty="0">
                <a:effectLst/>
              </a:rPr>
              <a:t>(32,1%, quoziente standardizzato) rispetto al Centro (25,5%) e al Nord (22,9%). </a:t>
            </a:r>
          </a:p>
          <a:p>
            <a:endParaRPr lang="it-IT" sz="1100" dirty="0">
              <a:effectLst/>
            </a:endParaRPr>
          </a:p>
          <a:p>
            <a:endParaRPr lang="it-IT" sz="1100" b="1" dirty="0">
              <a:effectLst/>
            </a:endParaRPr>
          </a:p>
        </p:txBody>
      </p:sp>
      <p:pic>
        <p:nvPicPr>
          <p:cNvPr id="6" name="Immagine 5" descr="Immagine che contiene grafico&#10;&#10;Descrizione generata automaticamente">
            <a:extLst>
              <a:ext uri="{FF2B5EF4-FFF2-40B4-BE49-F238E27FC236}">
                <a16:creationId xmlns:a16="http://schemas.microsoft.com/office/drawing/2014/main" id="{FEBE1AE0-830B-896F-7D22-121A1EDAF3AC}"/>
              </a:ext>
            </a:extLst>
          </p:cNvPr>
          <p:cNvPicPr>
            <a:picLocks noChangeAspect="1"/>
          </p:cNvPicPr>
          <p:nvPr/>
        </p:nvPicPr>
        <p:blipFill>
          <a:blip r:embed="rId2"/>
          <a:stretch>
            <a:fillRect/>
          </a:stretch>
        </p:blipFill>
        <p:spPr>
          <a:xfrm>
            <a:off x="5911532" y="3060246"/>
            <a:ext cx="5150277" cy="2562262"/>
          </a:xfrm>
          <a:prstGeom prst="rect">
            <a:avLst/>
          </a:prstGeom>
        </p:spPr>
      </p:pic>
      <p:sp>
        <p:nvSpPr>
          <p:cNvPr id="62" name="Rectangle 4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505131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Lente di ingrandimento che mostra prestazioni in calo">
            <a:extLst>
              <a:ext uri="{FF2B5EF4-FFF2-40B4-BE49-F238E27FC236}">
                <a16:creationId xmlns:a16="http://schemas.microsoft.com/office/drawing/2014/main" id="{52879B1C-A24C-D72E-0EE4-51FDFE41F270}"/>
              </a:ext>
            </a:extLst>
          </p:cNvPr>
          <p:cNvPicPr>
            <a:picLocks noChangeAspect="1"/>
          </p:cNvPicPr>
          <p:nvPr/>
        </p:nvPicPr>
        <p:blipFill rotWithShape="1">
          <a:blip r:embed="rId2"/>
          <a:srcRect r="15627" b="-1"/>
          <a:stretch/>
        </p:blipFill>
        <p:spPr>
          <a:xfrm>
            <a:off x="3552854" y="311012"/>
            <a:ext cx="8668512" cy="6857990"/>
          </a:xfrm>
          <a:prstGeom prst="rect">
            <a:avLst/>
          </a:prstGeom>
        </p:spPr>
      </p:pic>
      <p:sp>
        <p:nvSpPr>
          <p:cNvPr id="11" name="Rectangle 10">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olo 1">
            <a:extLst>
              <a:ext uri="{FF2B5EF4-FFF2-40B4-BE49-F238E27FC236}">
                <a16:creationId xmlns:a16="http://schemas.microsoft.com/office/drawing/2014/main" id="{1D0C9D25-5BBE-9C74-6321-E0593F3FD049}"/>
              </a:ext>
            </a:extLst>
          </p:cNvPr>
          <p:cNvSpPr>
            <a:spLocks noGrp="1"/>
          </p:cNvSpPr>
          <p:nvPr>
            <p:ph type="title"/>
          </p:nvPr>
        </p:nvSpPr>
        <p:spPr>
          <a:xfrm>
            <a:off x="433329" y="695859"/>
            <a:ext cx="4004136" cy="1124712"/>
          </a:xfrm>
        </p:spPr>
        <p:txBody>
          <a:bodyPr anchor="b">
            <a:normAutofit/>
          </a:bodyPr>
          <a:lstStyle/>
          <a:p>
            <a:r>
              <a:rPr lang="it-IT" sz="4000" dirty="0"/>
              <a:t>Come usare i dati</a:t>
            </a:r>
            <a:br>
              <a:rPr lang="it-IT" sz="4000" dirty="0"/>
            </a:br>
            <a:endParaRPr lang="it-IT" sz="1300" dirty="0"/>
          </a:p>
        </p:txBody>
      </p:sp>
      <p:sp>
        <p:nvSpPr>
          <p:cNvPr id="13" name="Rectangle 12">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egnaposto contenuto 2">
            <a:extLst>
              <a:ext uri="{FF2B5EF4-FFF2-40B4-BE49-F238E27FC236}">
                <a16:creationId xmlns:a16="http://schemas.microsoft.com/office/drawing/2014/main" id="{F8A6DD9D-33EB-B1B2-B0B7-BE62734A2F9E}"/>
              </a:ext>
            </a:extLst>
          </p:cNvPr>
          <p:cNvSpPr>
            <a:spLocks noGrp="1"/>
          </p:cNvSpPr>
          <p:nvPr>
            <p:ph idx="1"/>
          </p:nvPr>
        </p:nvSpPr>
        <p:spPr>
          <a:xfrm>
            <a:off x="371092" y="1760221"/>
            <a:ext cx="10793094" cy="4786767"/>
          </a:xfrm>
        </p:spPr>
        <p:txBody>
          <a:bodyPr anchor="t">
            <a:normAutofit fontScale="70000" lnSpcReduction="20000"/>
          </a:bodyPr>
          <a:lstStyle/>
          <a:p>
            <a:pPr marL="0" indent="0">
              <a:buNone/>
            </a:pPr>
            <a:r>
              <a:rPr lang="it-IT" sz="2900" b="1" dirty="0"/>
              <a:t>Punto 2 - descrivere la situazione problematica che emerge dall’analisi dei dati.</a:t>
            </a:r>
          </a:p>
          <a:p>
            <a:r>
              <a:rPr lang="it-IT" sz="2000" dirty="0"/>
              <a:t>I dati descrivono un trend (tendenza) che vede l’avanzare dell’età legata in modo stretto all’insorgenza di patologie gravi tra gli anziani. In particola la demenza senile e l’Alzheimer, ma anche le patologie mentali come la depressione, in cui le donne sono maggiormente colpite. Inoltre vi sono differenze territoriali fra nord e sud d’Italia che vedono gli anziani del sud in condizioni più gravi.</a:t>
            </a:r>
          </a:p>
          <a:p>
            <a:r>
              <a:rPr lang="it-IT" sz="2000" dirty="0"/>
              <a:t>Da questi dati si può </a:t>
            </a:r>
            <a:r>
              <a:rPr lang="it-IT" sz="2000" b="1" dirty="0"/>
              <a:t>ipotizzare</a:t>
            </a:r>
            <a:r>
              <a:rPr lang="it-IT" sz="2000" dirty="0"/>
              <a:t>: </a:t>
            </a:r>
          </a:p>
          <a:p>
            <a:pPr>
              <a:buFont typeface="Wingdings" pitchFamily="2" charset="2"/>
              <a:buChar char="Ø"/>
            </a:pPr>
            <a:r>
              <a:rPr lang="it-IT" sz="2000" dirty="0"/>
              <a:t> Una situazione </a:t>
            </a:r>
            <a:r>
              <a:rPr lang="it-IT" sz="2000" u="sng" dirty="0"/>
              <a:t>crescente della non autosufficienza </a:t>
            </a:r>
            <a:r>
              <a:rPr lang="it-IT" sz="2000" dirty="0"/>
              <a:t>o parziale non autosufficienza che incide sulla popolazione anziana e quindi sulle loro vite, in particolare al sud</a:t>
            </a:r>
          </a:p>
          <a:p>
            <a:pPr>
              <a:buFont typeface="Wingdings" pitchFamily="2" charset="2"/>
              <a:buChar char="Ø"/>
            </a:pPr>
            <a:r>
              <a:rPr lang="it-IT" sz="2000" dirty="0"/>
              <a:t> Quindi una </a:t>
            </a:r>
            <a:r>
              <a:rPr lang="it-IT" sz="2000" u="sng" dirty="0"/>
              <a:t>crescente Difficoltà nelle ADL </a:t>
            </a:r>
            <a:r>
              <a:rPr lang="it-IT" sz="2000" dirty="0"/>
              <a:t>( e IADL) via via che aumenta col crescere dell’ età degli anziani, in cui l’esser donna è fattore di rischio non autosufficienza</a:t>
            </a:r>
          </a:p>
          <a:p>
            <a:pPr>
              <a:buFont typeface="Wingdings" pitchFamily="2" charset="2"/>
              <a:buChar char="Ø"/>
            </a:pPr>
            <a:r>
              <a:rPr lang="it-IT" sz="2000" dirty="0"/>
              <a:t> In questo scenario vi è un crescente bisogno di assistenza </a:t>
            </a:r>
          </a:p>
          <a:p>
            <a:pPr>
              <a:buFont typeface="Wingdings" pitchFamily="2" charset="2"/>
              <a:buChar char="Ø"/>
            </a:pPr>
            <a:r>
              <a:rPr lang="it-IT" sz="2000" dirty="0"/>
              <a:t> Interventi e prestazioni per questa popolazione sono: Interventi domiciliari, assistenza economica, servizi semi-residenziali e residenziali, ma anche educativi e di socializzazione attraverso i servizi ritenuti più adeguati</a:t>
            </a:r>
          </a:p>
          <a:p>
            <a:pPr>
              <a:buFont typeface="Wingdings" pitchFamily="2" charset="2"/>
              <a:buChar char="Ø"/>
            </a:pPr>
            <a:r>
              <a:rPr lang="it-IT" sz="2000" dirty="0"/>
              <a:t> Ancora sarà importante pensare al carico sul sistema sanitario nazionale considerate le molte patologie croniche</a:t>
            </a:r>
          </a:p>
          <a:p>
            <a:pPr>
              <a:buFont typeface="Wingdings" pitchFamily="2" charset="2"/>
              <a:buChar char="Ø"/>
            </a:pPr>
            <a:r>
              <a:rPr lang="it-IT" sz="2000" dirty="0"/>
              <a:t> Pensare sempre in termini di welfare (welfare mix): sinergie tra interventi pubblici e privati (profit e no profit)</a:t>
            </a:r>
          </a:p>
          <a:p>
            <a:pPr lvl="1">
              <a:buFont typeface="Wingdings" pitchFamily="2" charset="2"/>
              <a:buChar char="Ø"/>
            </a:pPr>
            <a:r>
              <a:rPr lang="it-IT" sz="1400" dirty="0"/>
              <a:t>Pubblici: Invalidità e eventuale Indennità di accompagnamento (527,00 euro mese)</a:t>
            </a:r>
          </a:p>
          <a:p>
            <a:pPr lvl="1">
              <a:buFont typeface="Wingdings" pitchFamily="2" charset="2"/>
              <a:buChar char="Ø"/>
            </a:pPr>
            <a:r>
              <a:rPr lang="it-IT" sz="1400" dirty="0"/>
              <a:t>Riconoscimento L. 104/92 handicap  --&gt; Accesso a: Finanziamenti L. 162/98 Piani Personalizzati, in caso di gravità Progetto Ritornare a casa PLUS (Sardegna) fornisce un contributi monetario per far fronte ai costi dell’</a:t>
            </a:r>
            <a:r>
              <a:rPr lang="it-IT" sz="1400" dirty="0" err="1"/>
              <a:t>assitenza</a:t>
            </a:r>
            <a:r>
              <a:rPr lang="it-IT" sz="1400" dirty="0"/>
              <a:t> a domicilio di badanti e </a:t>
            </a:r>
            <a:r>
              <a:rPr lang="it-IT" sz="1400" dirty="0" err="1"/>
              <a:t>Oss</a:t>
            </a:r>
            <a:r>
              <a:rPr lang="it-IT" sz="1400" dirty="0"/>
              <a:t> – ma anche per il caregiver</a:t>
            </a:r>
            <a:endParaRPr lang="it-IT" sz="2000" dirty="0"/>
          </a:p>
          <a:p>
            <a:pPr>
              <a:buFont typeface="Wingdings" pitchFamily="2" charset="2"/>
              <a:buChar char="Ø"/>
            </a:pPr>
            <a:r>
              <a:rPr lang="it-IT" sz="2000" dirty="0"/>
              <a:t> Ragionare anche in termini di Politiche mirate ai bisogni della popolazione anziana: si può fare di più? Cosa c’è e cosa serve?</a:t>
            </a:r>
          </a:p>
          <a:p>
            <a:pPr>
              <a:buFont typeface="Wingdings" pitchFamily="2" charset="2"/>
              <a:buChar char="Ø"/>
            </a:pPr>
            <a:r>
              <a:rPr lang="it-IT" sz="2000" dirty="0"/>
              <a:t>Necessità di Segretariato Sociale sempre: prevedere sempre l’ufficio che screma e fa la prima accoglienza</a:t>
            </a:r>
          </a:p>
          <a:p>
            <a:pPr>
              <a:buFont typeface="Wingdings" pitchFamily="2" charset="2"/>
              <a:buChar char="Ø"/>
            </a:pPr>
            <a:r>
              <a:rPr lang="it-IT" sz="2000" dirty="0"/>
              <a:t>E in fine anche in termini di presa in carico dell’utente anziano da parte dello specifico servizio</a:t>
            </a:r>
          </a:p>
          <a:p>
            <a:pPr>
              <a:buFont typeface="Wingdings" pitchFamily="2" charset="2"/>
              <a:buChar char="Ø"/>
            </a:pPr>
            <a:endParaRPr lang="it-IT" sz="1600" dirty="0"/>
          </a:p>
          <a:p>
            <a:endParaRPr lang="it-IT" sz="1600" dirty="0"/>
          </a:p>
        </p:txBody>
      </p:sp>
    </p:spTree>
    <p:extLst>
      <p:ext uri="{BB962C8B-B14F-4D97-AF65-F5344CB8AC3E}">
        <p14:creationId xmlns:p14="http://schemas.microsoft.com/office/powerpoint/2010/main" val="1246556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E02239D2-A05D-4A1C-9F06-FBA7FC730E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1DEBA583-7A74-F5BF-CAFF-BC114643491E}"/>
              </a:ext>
            </a:extLst>
          </p:cNvPr>
          <p:cNvSpPr>
            <a:spLocks noGrp="1"/>
          </p:cNvSpPr>
          <p:nvPr>
            <p:ph type="title"/>
          </p:nvPr>
        </p:nvSpPr>
        <p:spPr>
          <a:xfrm>
            <a:off x="2019300" y="538956"/>
            <a:ext cx="8985250" cy="1118394"/>
          </a:xfrm>
        </p:spPr>
        <p:txBody>
          <a:bodyPr anchor="t">
            <a:normAutofit/>
          </a:bodyPr>
          <a:lstStyle/>
          <a:p>
            <a:r>
              <a:rPr lang="it-IT" sz="4000"/>
              <a:t>Come proseguire</a:t>
            </a:r>
          </a:p>
        </p:txBody>
      </p:sp>
      <p:pic>
        <p:nvPicPr>
          <p:cNvPr id="16" name="Picture 15" descr="Punto esclamativo su uno sfondo giallo">
            <a:extLst>
              <a:ext uri="{FF2B5EF4-FFF2-40B4-BE49-F238E27FC236}">
                <a16:creationId xmlns:a16="http://schemas.microsoft.com/office/drawing/2014/main" id="{2D74957B-3D27-930D-5211-5869490B47CF}"/>
              </a:ext>
            </a:extLst>
          </p:cNvPr>
          <p:cNvPicPr>
            <a:picLocks noChangeAspect="1"/>
          </p:cNvPicPr>
          <p:nvPr/>
        </p:nvPicPr>
        <p:blipFill>
          <a:blip r:embed="rId3"/>
          <a:stretch>
            <a:fillRect/>
          </a:stretch>
        </p:blipFill>
        <p:spPr>
          <a:xfrm>
            <a:off x="1104900" y="632618"/>
            <a:ext cx="749300" cy="561975"/>
          </a:xfrm>
          <a:prstGeom prst="rect">
            <a:avLst/>
          </a:prstGeom>
        </p:spPr>
      </p:pic>
      <p:sp>
        <p:nvSpPr>
          <p:cNvPr id="3" name="Segnaposto contenuto 2">
            <a:extLst>
              <a:ext uri="{FF2B5EF4-FFF2-40B4-BE49-F238E27FC236}">
                <a16:creationId xmlns:a16="http://schemas.microsoft.com/office/drawing/2014/main" id="{13E28EEB-147A-2973-5557-CB4C6E6D48C5}"/>
              </a:ext>
            </a:extLst>
          </p:cNvPr>
          <p:cNvSpPr>
            <a:spLocks noGrp="1"/>
          </p:cNvSpPr>
          <p:nvPr>
            <p:ph idx="1"/>
          </p:nvPr>
        </p:nvSpPr>
        <p:spPr>
          <a:xfrm>
            <a:off x="1009650" y="1532239"/>
            <a:ext cx="9994900" cy="4570112"/>
          </a:xfrm>
        </p:spPr>
        <p:txBody>
          <a:bodyPr>
            <a:normAutofit/>
          </a:bodyPr>
          <a:lstStyle/>
          <a:p>
            <a:pPr marL="0" indent="0">
              <a:buNone/>
            </a:pPr>
            <a:r>
              <a:rPr lang="it-IT" sz="1600" b="1" dirty="0"/>
              <a:t>Punto 3 – descrivere gli interventi idonei ad affrontare il problema anche con la collaborazione di reti formali ed informali.</a:t>
            </a:r>
          </a:p>
          <a:p>
            <a:r>
              <a:rPr lang="it-IT" sz="1600" dirty="0"/>
              <a:t>Alla luce dei servizi già descritti precedentemente, individuare gli interventi ritenuti più idonei per una fascia di anziani in particolare.</a:t>
            </a:r>
          </a:p>
          <a:p>
            <a:r>
              <a:rPr lang="it-IT" sz="1600" dirty="0"/>
              <a:t>Riferendosi agli anziani colpiti da Demenze e Alzheimer e patologie mentali come la depressione: </a:t>
            </a:r>
          </a:p>
          <a:p>
            <a:r>
              <a:rPr lang="it-IT" sz="1600" dirty="0"/>
              <a:t>Cosa è possibile offrire? </a:t>
            </a:r>
          </a:p>
          <a:p>
            <a:pPr marL="0" indent="0">
              <a:buNone/>
            </a:pPr>
            <a:r>
              <a:rPr lang="it-IT" sz="1600" dirty="0"/>
              <a:t>Si può impostare il lavoro in diversi modi – con difficoltà crescenti:</a:t>
            </a:r>
          </a:p>
          <a:p>
            <a:pPr marL="0" indent="0">
              <a:buNone/>
            </a:pPr>
            <a:r>
              <a:rPr lang="it-IT" sz="1600" dirty="0"/>
              <a:t>Modalità 1: Fare un quadro in cui si descrivono gli interventi che si conoscono e proporli il modo adeguato alla popolazione di riferimento (Es. Assistenza domiciliare per persone non </a:t>
            </a:r>
            <a:r>
              <a:rPr lang="it-IT" sz="1600" dirty="0" err="1"/>
              <a:t>autosuff</a:t>
            </a:r>
            <a:r>
              <a:rPr lang="it-IT" sz="1600" dirty="0"/>
              <a:t>. o RSA e Centro diurni laddove non sia possibile per varie ragioni curare a domicilio; ma ancora interventi di socializzazione per anziani (scrittura autobiografia, terapia occupazionale (decoupage), animazione ecc.,), accompagnamento e trasporto, gruppi appartamento, telesoccorso, ecc. Si devono richiamare tutti i servizi che si conoscono e definire quelli ritenuti prioritari e adeguati.</a:t>
            </a:r>
          </a:p>
          <a:p>
            <a:pPr marL="0" indent="0">
              <a:buNone/>
            </a:pPr>
            <a:r>
              <a:rPr lang="it-IT" sz="1600" dirty="0"/>
              <a:t>Modalità 2: Quanto detto precedentemente più: evidenziare criticità e prevedere le modifiche ritenute idonee ai servizi esistenti</a:t>
            </a:r>
          </a:p>
          <a:p>
            <a:pPr marL="0" indent="0">
              <a:buNone/>
            </a:pPr>
            <a:r>
              <a:rPr lang="it-IT" sz="1600" dirty="0"/>
              <a:t>Modalità 3: Proporre un nuovo servizio che non esiste </a:t>
            </a:r>
          </a:p>
          <a:p>
            <a:pPr marL="0" indent="0">
              <a:buNone/>
            </a:pPr>
            <a:endParaRPr lang="it-IT" sz="1600" dirty="0"/>
          </a:p>
          <a:p>
            <a:pPr marL="0" indent="0">
              <a:buNone/>
            </a:pPr>
            <a:endParaRPr lang="it-IT" sz="1600" dirty="0"/>
          </a:p>
          <a:p>
            <a:pPr marL="0" indent="0">
              <a:buNone/>
            </a:pPr>
            <a:endParaRPr lang="it-IT" sz="1600" dirty="0"/>
          </a:p>
          <a:p>
            <a:endParaRPr lang="it-IT" sz="1600" dirty="0"/>
          </a:p>
        </p:txBody>
      </p:sp>
    </p:spTree>
    <p:extLst>
      <p:ext uri="{BB962C8B-B14F-4D97-AF65-F5344CB8AC3E}">
        <p14:creationId xmlns:p14="http://schemas.microsoft.com/office/powerpoint/2010/main" val="23232912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olo 1">
            <a:extLst>
              <a:ext uri="{FF2B5EF4-FFF2-40B4-BE49-F238E27FC236}">
                <a16:creationId xmlns:a16="http://schemas.microsoft.com/office/drawing/2014/main" id="{03624DA2-4E67-699F-3827-95E424E1A50D}"/>
              </a:ext>
            </a:extLst>
          </p:cNvPr>
          <p:cNvSpPr>
            <a:spLocks noGrp="1"/>
          </p:cNvSpPr>
          <p:nvPr>
            <p:ph type="title"/>
          </p:nvPr>
        </p:nvSpPr>
        <p:spPr>
          <a:xfrm>
            <a:off x="838200" y="365125"/>
            <a:ext cx="10515600" cy="1325563"/>
          </a:xfrm>
        </p:spPr>
        <p:txBody>
          <a:bodyPr>
            <a:normAutofit/>
          </a:bodyPr>
          <a:lstStyle/>
          <a:p>
            <a:r>
              <a:rPr lang="it-IT" dirty="0"/>
              <a:t>A metà dell’opera</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Segnaposto contenuto 2">
            <a:extLst>
              <a:ext uri="{FF2B5EF4-FFF2-40B4-BE49-F238E27FC236}">
                <a16:creationId xmlns:a16="http://schemas.microsoft.com/office/drawing/2014/main" id="{5A556F07-39CC-FBC9-CE3F-F866B1061284}"/>
              </a:ext>
            </a:extLst>
          </p:cNvPr>
          <p:cNvSpPr>
            <a:spLocks noGrp="1"/>
          </p:cNvSpPr>
          <p:nvPr>
            <p:ph idx="1"/>
          </p:nvPr>
        </p:nvSpPr>
        <p:spPr>
          <a:xfrm>
            <a:off x="838200" y="1825625"/>
            <a:ext cx="10515600" cy="4738208"/>
          </a:xfrm>
        </p:spPr>
        <p:txBody>
          <a:bodyPr>
            <a:normAutofit/>
          </a:bodyPr>
          <a:lstStyle/>
          <a:p>
            <a:pPr marL="0" indent="0">
              <a:buNone/>
            </a:pPr>
            <a:r>
              <a:rPr lang="it-IT" sz="1800" b="1" dirty="0"/>
              <a:t>Punto 3 – descrivere la/le modalità̀ di accesso ai servizi ipotizzati</a:t>
            </a:r>
          </a:p>
          <a:p>
            <a:pPr>
              <a:buFont typeface="Wingdings" pitchFamily="2" charset="2"/>
              <a:buChar char="Ø"/>
            </a:pPr>
            <a:r>
              <a:rPr lang="it-IT" sz="1600" dirty="0"/>
              <a:t>Le modalità di accesso definiscono chi e come e a quali condizioni potrà accedere al servizio.</a:t>
            </a:r>
          </a:p>
          <a:p>
            <a:pPr>
              <a:buFont typeface="Wingdings" pitchFamily="2" charset="2"/>
              <a:buChar char="Ø"/>
            </a:pPr>
            <a:r>
              <a:rPr lang="it-IT" sz="1600" dirty="0"/>
              <a:t>Definire se si tratterà di un servizio gratuito o a pagamento, o a metà tra i due. </a:t>
            </a:r>
          </a:p>
          <a:p>
            <a:pPr marL="0" indent="0">
              <a:buNone/>
            </a:pPr>
            <a:r>
              <a:rPr lang="it-IT" sz="1600" dirty="0"/>
              <a:t>In genere i servizi sociosanitari e socioassistenziali pubblici prevedono una compartecipazione economica dell’utente che, spesso, è stabilita in base all’ISEE – cioè la prova dei mezzi e delle risorse che un nucleo familiare possiede per far fronte alle necessità specifiche. Nel caso il servizio fosse a completamente a pagamento dovrà naturalmente essere specificato e stabilire la tariffa oraria o prestazione o al giorno. </a:t>
            </a:r>
          </a:p>
          <a:p>
            <a:pPr>
              <a:buFont typeface="Wingdings" pitchFamily="2" charset="2"/>
              <a:buChar char="Ø"/>
            </a:pPr>
            <a:r>
              <a:rPr lang="it-IT" sz="1600" dirty="0"/>
              <a:t>Prevedere le caratteristiche dei destinatari dei servizi: ad esempio definire che all’assistenza e animazione domiciliare potranno accedere </a:t>
            </a:r>
            <a:r>
              <a:rPr lang="it-IT" sz="1600" b="1" dirty="0"/>
              <a:t>solo le persone parzialmente non autosufficienti con non meno di 75 anni (?)</a:t>
            </a:r>
            <a:r>
              <a:rPr lang="it-IT" sz="1600" dirty="0"/>
              <a:t>. Mentre all’assistenza domiciliare integrata (sociosanitaria) potranno accedere le persone totalmente non autosufficienti, al di là dell’età, prevedendo una compartecipazione dell’utente in base all’ISEE (secondo il criterio più risorse hai più partecipi) (?). Un altro esempio: per i gruppi appartamento potranno fare domanda coloro che sono autosufficienti e che hanno superato i 70 anni di età: in questo caso si potrebbe prevedere una graduatoria in base alla numerosità del nucleo di appartenenza in modo tale che coloro che sono sprovvistiti di rete informale e dunque familiare siano avvantaggiati nell’accesso al servizio. Sempre in questo caso, altro criterio di precedenza potrebbe essere il genere, per esempio, per diverse motivazioni che potrebbero essere sostenute dai dati di cronicità e salute. E così via…</a:t>
            </a:r>
          </a:p>
          <a:p>
            <a:pPr>
              <a:buFont typeface="Wingdings" pitchFamily="2" charset="2"/>
              <a:buChar char="Ø"/>
            </a:pPr>
            <a:r>
              <a:rPr lang="it-IT" sz="1600" dirty="0"/>
              <a:t>Prevedere dove ubicare l’ufficio per la presa in carico, cioè l’accoglienza della persona e della domanda e dove avviene la fase istruttoria (dove si raccolgono i dati dell’anziano e si verificano i requisiti di accesso)</a:t>
            </a:r>
          </a:p>
          <a:p>
            <a:pPr marL="0" indent="0">
              <a:buNone/>
            </a:pPr>
            <a:endParaRPr lang="it-IT" sz="1600" dirty="0"/>
          </a:p>
          <a:p>
            <a:pPr marL="0" indent="0">
              <a:buNone/>
            </a:pPr>
            <a:endParaRPr lang="it-IT" sz="1600" dirty="0"/>
          </a:p>
          <a:p>
            <a:pPr marL="0" indent="0">
              <a:buNone/>
            </a:pPr>
            <a:endParaRPr lang="it-IT" sz="1600" dirty="0"/>
          </a:p>
          <a:p>
            <a:pPr marL="0" indent="0">
              <a:buNone/>
            </a:pPr>
            <a:endParaRPr lang="it-IT" sz="1600" dirty="0"/>
          </a:p>
        </p:txBody>
      </p:sp>
    </p:spTree>
    <p:extLst>
      <p:ext uri="{BB962C8B-B14F-4D97-AF65-F5344CB8AC3E}">
        <p14:creationId xmlns:p14="http://schemas.microsoft.com/office/powerpoint/2010/main" val="5464963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E131C7BA-2C7D-15A8-DEE3-6782536B4A5A}"/>
              </a:ext>
            </a:extLst>
          </p:cNvPr>
          <p:cNvSpPr>
            <a:spLocks noGrp="1"/>
          </p:cNvSpPr>
          <p:nvPr>
            <p:ph type="title"/>
          </p:nvPr>
        </p:nvSpPr>
        <p:spPr>
          <a:xfrm>
            <a:off x="808638" y="386930"/>
            <a:ext cx="9236700" cy="1188950"/>
          </a:xfrm>
        </p:spPr>
        <p:txBody>
          <a:bodyPr anchor="b">
            <a:normAutofit/>
          </a:bodyPr>
          <a:lstStyle/>
          <a:p>
            <a:r>
              <a:rPr lang="it-IT" sz="5400"/>
              <a:t>Verso la conclusione</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F62F1311-E548-37AC-0121-194437FAD2C3}"/>
              </a:ext>
            </a:extLst>
          </p:cNvPr>
          <p:cNvSpPr>
            <a:spLocks noGrp="1"/>
          </p:cNvSpPr>
          <p:nvPr>
            <p:ph idx="1"/>
          </p:nvPr>
        </p:nvSpPr>
        <p:spPr>
          <a:xfrm>
            <a:off x="793660" y="2599509"/>
            <a:ext cx="10143668" cy="3435531"/>
          </a:xfrm>
        </p:spPr>
        <p:txBody>
          <a:bodyPr anchor="ctr">
            <a:normAutofit/>
          </a:bodyPr>
          <a:lstStyle/>
          <a:p>
            <a:pPr marL="0" indent="0">
              <a:buNone/>
            </a:pPr>
            <a:r>
              <a:rPr lang="it-IT" sz="1900" b="1" dirty="0"/>
              <a:t>Punto 5 - Descrivere le e eventuali carenze a livello dei servizi di riferimento</a:t>
            </a:r>
          </a:p>
          <a:p>
            <a:pPr marL="0" indent="0">
              <a:buNone/>
            </a:pPr>
            <a:r>
              <a:rPr lang="it-IT" sz="1900" dirty="0"/>
              <a:t>Individuare la carenza dei servizi proposti o la necessità di rafforzare l’offerta presente sul territorio, ritenuta da voi non sufficiente a soddisfare i bisogni. </a:t>
            </a:r>
          </a:p>
          <a:p>
            <a:pPr marL="0" indent="0">
              <a:buNone/>
            </a:pPr>
            <a:r>
              <a:rPr lang="it-IT" sz="1900" dirty="0"/>
              <a:t>È vero, i  servizi nel territorio esistono, ma è anche vero che spesso sono saturi di domande, oppure non capillarmente diffusi su tutto il territorio, oppure quelli a pagamento vengono preferiti perché più facilmente accessibili (senza file o graduatorie) o migliori in termini di standard di qualità, oppure ancora perché non propositivi di un modello di miglioramento della vita delle persone ai quali si riferiscono o troppo burocratici. </a:t>
            </a:r>
          </a:p>
          <a:p>
            <a:pPr marL="0" indent="0">
              <a:buNone/>
            </a:pPr>
            <a:r>
              <a:rPr lang="it-IT" sz="1900" dirty="0"/>
              <a:t>E’ possibile in questo punto della relazione professionale apportare delle critiche costruttive anche sulla base di esperienze soggettive ma che devono poter essere generalizzabili, cioè riferite ad altre persone in altri contesti.</a:t>
            </a:r>
          </a:p>
          <a:p>
            <a:pPr marL="0" indent="0">
              <a:buNone/>
            </a:pPr>
            <a:endParaRPr lang="it-IT" sz="1900" dirty="0"/>
          </a:p>
        </p:txBody>
      </p:sp>
    </p:spTree>
    <p:extLst>
      <p:ext uri="{BB962C8B-B14F-4D97-AF65-F5344CB8AC3E}">
        <p14:creationId xmlns:p14="http://schemas.microsoft.com/office/powerpoint/2010/main" val="24976483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8">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971F92A4-76F8-8357-5B5B-D589218AC87D}"/>
              </a:ext>
            </a:extLst>
          </p:cNvPr>
          <p:cNvSpPr>
            <a:spLocks noGrp="1"/>
          </p:cNvSpPr>
          <p:nvPr>
            <p:ph type="title"/>
          </p:nvPr>
        </p:nvSpPr>
        <p:spPr>
          <a:xfrm>
            <a:off x="4553733" y="548464"/>
            <a:ext cx="6798541" cy="1675623"/>
          </a:xfrm>
        </p:spPr>
        <p:txBody>
          <a:bodyPr anchor="b">
            <a:normAutofit/>
          </a:bodyPr>
          <a:lstStyle/>
          <a:p>
            <a:r>
              <a:rPr lang="it-IT" sz="4000" dirty="0"/>
              <a:t>Conclusione </a:t>
            </a:r>
          </a:p>
        </p:txBody>
      </p:sp>
      <p:pic>
        <p:nvPicPr>
          <p:cNvPr id="21" name="Picture 4" descr="Scheletri di cubi 3D">
            <a:extLst>
              <a:ext uri="{FF2B5EF4-FFF2-40B4-BE49-F238E27FC236}">
                <a16:creationId xmlns:a16="http://schemas.microsoft.com/office/drawing/2014/main" id="{5D7471CB-0C44-C09D-DEC5-C01F6D427655}"/>
              </a:ext>
            </a:extLst>
          </p:cNvPr>
          <p:cNvPicPr>
            <a:picLocks noChangeAspect="1"/>
          </p:cNvPicPr>
          <p:nvPr/>
        </p:nvPicPr>
        <p:blipFill rotWithShape="1">
          <a:blip r:embed="rId2"/>
          <a:srcRect l="31294" r="27861" b="-1"/>
          <a:stretch/>
        </p:blipFill>
        <p:spPr>
          <a:xfrm>
            <a:off x="1" y="10"/>
            <a:ext cx="4196496" cy="6857990"/>
          </a:xfrm>
          <a:prstGeom prst="rect">
            <a:avLst/>
          </a:prstGeom>
          <a:effectLst/>
        </p:spPr>
      </p:pic>
      <p:sp>
        <p:nvSpPr>
          <p:cNvPr id="3" name="Segnaposto contenuto 2">
            <a:extLst>
              <a:ext uri="{FF2B5EF4-FFF2-40B4-BE49-F238E27FC236}">
                <a16:creationId xmlns:a16="http://schemas.microsoft.com/office/drawing/2014/main" id="{B8675037-4A0B-AB22-A135-8FF20135C29A}"/>
              </a:ext>
            </a:extLst>
          </p:cNvPr>
          <p:cNvSpPr>
            <a:spLocks noGrp="1"/>
          </p:cNvSpPr>
          <p:nvPr>
            <p:ph idx="1"/>
          </p:nvPr>
        </p:nvSpPr>
        <p:spPr>
          <a:xfrm>
            <a:off x="4553734" y="2409830"/>
            <a:ext cx="6798539" cy="4239063"/>
          </a:xfrm>
        </p:spPr>
        <p:txBody>
          <a:bodyPr>
            <a:normAutofit/>
          </a:bodyPr>
          <a:lstStyle/>
          <a:p>
            <a:pPr marL="0" indent="0">
              <a:buNone/>
            </a:pPr>
            <a:r>
              <a:rPr lang="it-IT" sz="2000" b="1" dirty="0"/>
              <a:t>Punto 6 – descrivere le possibili modalità̀ di diffusione delle informazioni utili a favorire l’accesso ai servizi</a:t>
            </a:r>
          </a:p>
          <a:p>
            <a:pPr marL="0" indent="0">
              <a:buNone/>
            </a:pPr>
            <a:endParaRPr lang="it-IT" sz="1400" dirty="0"/>
          </a:p>
          <a:p>
            <a:pPr>
              <a:buFont typeface="Wingdings" pitchFamily="2" charset="2"/>
              <a:buChar char="Ø"/>
            </a:pPr>
            <a:r>
              <a:rPr lang="it-IT" sz="1400" dirty="0"/>
              <a:t> </a:t>
            </a:r>
            <a:r>
              <a:rPr lang="it-IT" sz="1600" dirty="0"/>
              <a:t>In questa parte della relazione professionale ci si dovrà concentrare sull’individuazione dei canali di comunicazione che si riterranno più idonei per raggiungere i destinatari dei vostri interventi. </a:t>
            </a:r>
          </a:p>
          <a:p>
            <a:pPr>
              <a:buFont typeface="Wingdings" pitchFamily="2" charset="2"/>
              <a:buChar char="Ø"/>
            </a:pPr>
            <a:r>
              <a:rPr lang="it-IT" sz="1600" dirty="0"/>
              <a:t>Tenendo presente che il welfare pubblico prevede il “segretariato sociale” come servizio preferenziale e deputato a queste attività di informazione al cittadino circa i servizi presenti sul territorio ma anche sui criteri di accesso ecc., </a:t>
            </a:r>
          </a:p>
          <a:p>
            <a:pPr>
              <a:buFont typeface="Wingdings" pitchFamily="2" charset="2"/>
              <a:buChar char="Ø"/>
            </a:pPr>
            <a:r>
              <a:rPr lang="it-IT" sz="1600" dirty="0"/>
              <a:t>Sarà opportuno prevedere forme innovative ed efficaci di comunicazione per far conoscere i servizi e favorire l’accesso alle persone potenzialmente interessate: dalle forme tradizionali (cartellonistica e volantinaggio) a quelle altrettanto tradizionali ma broadcasting (tv, radio), a quelle più innovative e moderne (internet, siti, social network, ecc.,).</a:t>
            </a:r>
          </a:p>
          <a:p>
            <a:pPr>
              <a:buFont typeface="Wingdings" pitchFamily="2" charset="2"/>
              <a:buChar char="Ø"/>
            </a:pPr>
            <a:endParaRPr lang="it-IT" sz="1400" dirty="0"/>
          </a:p>
          <a:p>
            <a:pPr marL="0" indent="0">
              <a:buNone/>
            </a:pPr>
            <a:endParaRPr lang="it-IT" sz="1400" dirty="0"/>
          </a:p>
          <a:p>
            <a:pPr marL="0" indent="0">
              <a:buNone/>
            </a:pPr>
            <a:endParaRPr lang="it-IT" sz="1400" dirty="0"/>
          </a:p>
          <a:p>
            <a:pPr marL="0" indent="0">
              <a:buNone/>
            </a:pPr>
            <a:endParaRPr lang="it-IT" sz="1400" dirty="0"/>
          </a:p>
        </p:txBody>
      </p:sp>
    </p:spTree>
    <p:extLst>
      <p:ext uri="{BB962C8B-B14F-4D97-AF65-F5344CB8AC3E}">
        <p14:creationId xmlns:p14="http://schemas.microsoft.com/office/powerpoint/2010/main" val="12356819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D84384A-2005-E921-CC94-13ECDD0D270A}"/>
              </a:ext>
            </a:extLst>
          </p:cNvPr>
          <p:cNvSpPr>
            <a:spLocks noGrp="1"/>
          </p:cNvSpPr>
          <p:nvPr>
            <p:ph type="title"/>
          </p:nvPr>
        </p:nvSpPr>
        <p:spPr/>
        <p:txBody>
          <a:bodyPr/>
          <a:lstStyle/>
          <a:p>
            <a:r>
              <a:rPr lang="it-IT" dirty="0"/>
              <a:t>Indicazioni per la verifica</a:t>
            </a:r>
          </a:p>
        </p:txBody>
      </p:sp>
      <p:sp>
        <p:nvSpPr>
          <p:cNvPr id="3" name="Segnaposto contenuto 2">
            <a:extLst>
              <a:ext uri="{FF2B5EF4-FFF2-40B4-BE49-F238E27FC236}">
                <a16:creationId xmlns:a16="http://schemas.microsoft.com/office/drawing/2014/main" id="{3D2AB42D-6D2C-3CAE-8DC7-BDF531FD77AF}"/>
              </a:ext>
            </a:extLst>
          </p:cNvPr>
          <p:cNvSpPr>
            <a:spLocks noGrp="1"/>
          </p:cNvSpPr>
          <p:nvPr>
            <p:ph idx="1"/>
          </p:nvPr>
        </p:nvSpPr>
        <p:spPr/>
        <p:txBody>
          <a:bodyPr>
            <a:normAutofit fontScale="92500" lnSpcReduction="10000"/>
          </a:bodyPr>
          <a:lstStyle/>
          <a:p>
            <a:pPr marL="0" indent="0">
              <a:buNone/>
            </a:pPr>
            <a:r>
              <a:rPr lang="it-IT" dirty="0"/>
              <a:t>Ciascun alunno, nello studiare questo materiale per la verifica, dovrà aggiungere e studiare un paragrafo-argomento presente nel Report anziani 2019 tra i seguenti:</a:t>
            </a:r>
          </a:p>
          <a:p>
            <a:pPr>
              <a:buFont typeface="Wingdings" pitchFamily="2" charset="2"/>
              <a:buChar char="Ø"/>
            </a:pPr>
            <a:r>
              <a:rPr lang="it-IT" sz="1800" b="1" dirty="0">
                <a:solidFill>
                  <a:srgbClr val="1E477C"/>
                </a:solidFill>
                <a:effectLst/>
                <a:latin typeface="Arial" panose="020B0604020202020204" pitchFamily="34" charset="0"/>
              </a:rPr>
              <a:t>Difficoltà nella cura della persona per un anziano su dieci </a:t>
            </a:r>
          </a:p>
          <a:p>
            <a:pPr>
              <a:buFont typeface="Wingdings" pitchFamily="2" charset="2"/>
              <a:buChar char="Ø"/>
            </a:pPr>
            <a:r>
              <a:rPr lang="it-IT" sz="1800" b="1" dirty="0">
                <a:solidFill>
                  <a:srgbClr val="1E477C"/>
                </a:solidFill>
                <a:effectLst/>
                <a:latin typeface="Arial" panose="020B0604020202020204" pitchFamily="34" charset="0"/>
              </a:rPr>
              <a:t>Anche per l’autonomia nelle attività̀ quotidiane svantaggiato il Mezzogiorno </a:t>
            </a:r>
            <a:endParaRPr lang="it-IT" dirty="0">
              <a:effectLst/>
            </a:endParaRPr>
          </a:p>
          <a:p>
            <a:pPr>
              <a:buFont typeface="Wingdings" pitchFamily="2" charset="2"/>
              <a:buChar char="Ø"/>
            </a:pPr>
            <a:r>
              <a:rPr lang="it-IT" sz="1800" b="1" dirty="0">
                <a:solidFill>
                  <a:srgbClr val="355E8E"/>
                </a:solidFill>
                <a:effectLst/>
                <a:latin typeface="Arial" panose="020B0604020202020204" pitchFamily="34" charset="0"/>
              </a:rPr>
              <a:t>La famiglia pilastro nell’assistenza ma sempre </a:t>
            </a:r>
            <a:r>
              <a:rPr lang="it-IT" sz="1800" b="1" dirty="0" err="1">
                <a:solidFill>
                  <a:srgbClr val="355E8E"/>
                </a:solidFill>
                <a:effectLst/>
                <a:latin typeface="Arial" panose="020B0604020202020204" pitchFamily="34" charset="0"/>
              </a:rPr>
              <a:t>piu</a:t>
            </a:r>
            <a:r>
              <a:rPr lang="it-IT" sz="1800" b="1" dirty="0">
                <a:solidFill>
                  <a:srgbClr val="355E8E"/>
                </a:solidFill>
                <a:effectLst/>
                <a:latin typeface="Arial" panose="020B0604020202020204" pitchFamily="34" charset="0"/>
              </a:rPr>
              <a:t>̀ fragile </a:t>
            </a:r>
            <a:endParaRPr lang="it-IT" dirty="0">
              <a:effectLst/>
            </a:endParaRPr>
          </a:p>
          <a:p>
            <a:pPr>
              <a:buFont typeface="Wingdings" pitchFamily="2" charset="2"/>
              <a:buChar char="Ø"/>
            </a:pPr>
            <a:r>
              <a:rPr lang="it-IT" sz="1800" b="1" dirty="0">
                <a:solidFill>
                  <a:srgbClr val="355E8E"/>
                </a:solidFill>
                <a:effectLst/>
                <a:latin typeface="Arial" panose="020B0604020202020204" pitchFamily="34" charset="0"/>
              </a:rPr>
              <a:t>Carenza di assistenza e ausili soprattutto tra gli over 85 non autonomi </a:t>
            </a:r>
            <a:endParaRPr lang="it-IT" dirty="0">
              <a:effectLst/>
            </a:endParaRPr>
          </a:p>
          <a:p>
            <a:pPr>
              <a:buFont typeface="Wingdings" pitchFamily="2" charset="2"/>
              <a:buChar char="Ø"/>
            </a:pPr>
            <a:r>
              <a:rPr lang="it-IT" sz="1800" b="1" dirty="0">
                <a:solidFill>
                  <a:srgbClr val="1E477C"/>
                </a:solidFill>
                <a:effectLst/>
                <a:latin typeface="Arial" panose="020B0604020202020204" pitchFamily="34" charset="0"/>
              </a:rPr>
              <a:t>Difficoltà nella mobilità per circa un terzo degli anziani </a:t>
            </a:r>
            <a:endParaRPr lang="it-IT" dirty="0">
              <a:effectLst/>
            </a:endParaRPr>
          </a:p>
          <a:p>
            <a:pPr>
              <a:buFont typeface="Wingdings" pitchFamily="2" charset="2"/>
              <a:buChar char="Ø"/>
            </a:pPr>
            <a:r>
              <a:rPr lang="it-IT" sz="1800" b="1" dirty="0">
                <a:solidFill>
                  <a:srgbClr val="1E477C"/>
                </a:solidFill>
                <a:effectLst/>
                <a:latin typeface="Arial" panose="020B0604020202020204" pitchFamily="34" charset="0"/>
              </a:rPr>
              <a:t>Nel Sud difficoltà connesse anche a barriere ambientali </a:t>
            </a:r>
            <a:endParaRPr lang="it-IT" dirty="0">
              <a:effectLst/>
            </a:endParaRPr>
          </a:p>
          <a:p>
            <a:pPr>
              <a:buFont typeface="Wingdings" pitchFamily="2" charset="2"/>
              <a:buChar char="Ø"/>
            </a:pPr>
            <a:r>
              <a:rPr lang="it-IT" sz="1800" b="1" dirty="0">
                <a:solidFill>
                  <a:srgbClr val="355E8E"/>
                </a:solidFill>
                <a:effectLst/>
                <a:latin typeface="Arial" panose="020B0604020202020204" pitchFamily="34" charset="0"/>
              </a:rPr>
              <a:t>Si accentuano le disuguaglianze sociali per gli anziani con ridotta autonomia </a:t>
            </a:r>
            <a:endParaRPr lang="it-IT" dirty="0">
              <a:effectLst/>
            </a:endParaRPr>
          </a:p>
          <a:p>
            <a:pPr marL="0" indent="0">
              <a:buNone/>
            </a:pPr>
            <a:endParaRPr lang="it-IT" dirty="0">
              <a:effectLst/>
            </a:endParaRPr>
          </a:p>
          <a:p>
            <a:pPr marL="0" indent="0">
              <a:buNone/>
            </a:pPr>
            <a:r>
              <a:rPr lang="it-IT" dirty="0"/>
              <a:t>Si suggerisce infine una lettura al Glossario</a:t>
            </a:r>
            <a:endParaRPr lang="it-IT" dirty="0">
              <a:effectLst/>
            </a:endParaRPr>
          </a:p>
          <a:p>
            <a:pPr marL="0" indent="0">
              <a:buNone/>
            </a:pPr>
            <a:endParaRPr lang="it-IT" dirty="0"/>
          </a:p>
        </p:txBody>
      </p:sp>
    </p:spTree>
    <p:extLst>
      <p:ext uri="{BB962C8B-B14F-4D97-AF65-F5344CB8AC3E}">
        <p14:creationId xmlns:p14="http://schemas.microsoft.com/office/powerpoint/2010/main" val="3188405582"/>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1528</TotalTime>
  <Words>2901</Words>
  <Application>Microsoft Macintosh PowerPoint</Application>
  <PresentationFormat>Widescreen</PresentationFormat>
  <Paragraphs>117</Paragraphs>
  <Slides>17</Slides>
  <Notes>2</Notes>
  <HiddenSlides>0</HiddenSlides>
  <MMClips>0</MMClips>
  <ScaleCrop>false</ScaleCrop>
  <HeadingPairs>
    <vt:vector size="6" baseType="variant">
      <vt:variant>
        <vt:lpstr>Caratteri utilizzati</vt:lpstr>
      </vt:variant>
      <vt:variant>
        <vt:i4>7</vt:i4>
      </vt:variant>
      <vt:variant>
        <vt:lpstr>Tema</vt:lpstr>
      </vt:variant>
      <vt:variant>
        <vt:i4>1</vt:i4>
      </vt:variant>
      <vt:variant>
        <vt:lpstr>Titoli diapositive</vt:lpstr>
      </vt:variant>
      <vt:variant>
        <vt:i4>17</vt:i4>
      </vt:variant>
    </vt:vector>
  </HeadingPairs>
  <TitlesOfParts>
    <vt:vector size="25" baseType="lpstr">
      <vt:lpstr>Arial</vt:lpstr>
      <vt:lpstr>ArialMT</vt:lpstr>
      <vt:lpstr>Calibri</vt:lpstr>
      <vt:lpstr>Calibri Light</vt:lpstr>
      <vt:lpstr>Google Sans</vt:lpstr>
      <vt:lpstr>TimesNewRomanPS</vt:lpstr>
      <vt:lpstr>Wingdings</vt:lpstr>
      <vt:lpstr>Tema di Office</vt:lpstr>
      <vt:lpstr>Redazione di una relazione professionale sulla base dell’analisi di documenti, tabelle, dati. </vt:lpstr>
      <vt:lpstr>Il report Anziani ISTAT</vt:lpstr>
      <vt:lpstr>Cosa devi fare per realizzare una Relazione Professionale?</vt:lpstr>
      <vt:lpstr>Da dove partire?</vt:lpstr>
      <vt:lpstr>Come leggere i dati, i documenti le tabelle e come presentarli?</vt:lpstr>
      <vt:lpstr>Aprire con una descrizione generale e introduttiva della situazione problematica</vt:lpstr>
      <vt:lpstr>Ora è il caso di scrivere alcuni approfondimenti e specificare meglio la situazione</vt:lpstr>
      <vt:lpstr>1 Approfondimenti e specificità da inserire nella relazione professionale: anziani e patologie, differenze di genere nello stato di salute</vt:lpstr>
      <vt:lpstr>2 Approfondimenti e specificità da inserire: anziani e  demenze, ancora differenze di genere</vt:lpstr>
      <vt:lpstr>3 Approfondimenti e specificità: anziani e salute mentale e divario di genere e fra nord e sud Italia</vt:lpstr>
      <vt:lpstr>4 Approfondimenti e specificità da inserire: le limitazioni nell’autonomia, l’andamento nell’età il genere</vt:lpstr>
      <vt:lpstr>Come usare i dati </vt:lpstr>
      <vt:lpstr>Come proseguire</vt:lpstr>
      <vt:lpstr>A metà dell’opera</vt:lpstr>
      <vt:lpstr>Verso la conclusione</vt:lpstr>
      <vt:lpstr>Conclusione </vt:lpstr>
      <vt:lpstr>Indicazioni per la verifica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Redazione di una relazione professionale sulla base dell’analisi di documenti, tabelle, dati. </dc:title>
  <dc:creator>Salvatore Picconi</dc:creator>
  <cp:lastModifiedBy>Salvatore Picconi</cp:lastModifiedBy>
  <cp:revision>1</cp:revision>
  <dcterms:created xsi:type="dcterms:W3CDTF">2023-04-17T06:32:19Z</dcterms:created>
  <dcterms:modified xsi:type="dcterms:W3CDTF">2023-04-21T14:55:13Z</dcterms:modified>
</cp:coreProperties>
</file>